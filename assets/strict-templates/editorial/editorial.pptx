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17102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-element-1"/>
          <p:cNvSpPr/>
          <p:nvPr/>
        </p:nvSpPr>
        <p:spPr>
          <a:xfrm>
            <a:off x="0" y="0"/>
            <a:ext cx="7217102" cy="10692003"/>
          </a:xfrm>
          <a:prstGeom prst="rect">
            <a:avLst/>
          </a:prstGeom>
          <a:solidFill>
            <a:srgbClr val="F9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vg-element-2"/>
          <p:cNvSpPr/>
          <p:nvPr/>
        </p:nvSpPr>
        <p:spPr>
          <a:xfrm>
            <a:off x="0" y="0"/>
            <a:ext cx="80190" cy="10692003"/>
          </a:xfrm>
          <a:prstGeom prst="rect">
            <a:avLst/>
          </a:prstGeom>
          <a:solidFill>
            <a:srgbClr val="E7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-01"/>
          <p:cNvSpPr txBox="1"/>
          <p:nvPr/>
        </p:nvSpPr>
        <p:spPr>
          <a:xfrm>
            <a:off x="414315" y="283605"/>
            <a:ext cx="1871822" cy="1817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41" b="1">
                <a:solidFill>
                  <a:srgbClr val="192934"/>
                </a:solidFill>
                <a:latin typeface="Microsoft YaHei"/>
              </a:defRPr>
            </a:pPr>
            <a:r>
              <a:rPr spc="116">
                <a:ea typeface="Microsoft YaHei"/>
              </a:rPr>
              <a:t>TRAVEL / EDITION 01</a:t>
            </a:r>
          </a:p>
        </p:txBody>
      </p:sp>
      <p:sp>
        <p:nvSpPr>
          <p:cNvPr id="5" name="text-02"/>
          <p:cNvSpPr txBox="1"/>
          <p:nvPr/>
        </p:nvSpPr>
        <p:spPr>
          <a:xfrm>
            <a:off x="5495455" y="289686"/>
            <a:ext cx="1340743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789" b="0">
                <a:solidFill>
                  <a:srgbClr val="7A8B8C"/>
                </a:solidFill>
                <a:latin typeface="Microsoft YaHei"/>
              </a:defRPr>
            </a:pPr>
            <a:r>
              <a:rPr spc="53">
                <a:ea typeface="Microsoft YaHei"/>
              </a:rPr>
              <a:t>ITINERARY  ·  2026</a:t>
            </a:r>
          </a:p>
        </p:txBody>
      </p:sp>
      <p:sp>
        <p:nvSpPr>
          <p:cNvPr id="6" name="svg-element-5"/>
          <p:cNvSpPr/>
          <p:nvPr/>
        </p:nvSpPr>
        <p:spPr>
          <a:xfrm>
            <a:off x="414315" y="481140"/>
            <a:ext cx="6401837" cy="0"/>
          </a:xfrm>
          <a:custGeom>
            <a:avLst/>
            <a:gdLst/>
            <a:ahLst/>
            <a:cxnLst/>
            <a:rect l="l" t="t" r="r" b="b"/>
            <a:pathLst>
              <a:path w="958" h="0">
                <a:moveTo>
                  <a:pt x="0" y="0"/>
                </a:moveTo>
                <a:lnTo>
                  <a:pt x="958" y="0"/>
                </a:lnTo>
              </a:path>
            </a:pathLst>
          </a:custGeom>
          <a:noFill/>
          <a:ln w="8687">
            <a:solidFill>
              <a:srgbClr val="1929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03"/>
          <p:cNvSpPr txBox="1"/>
          <p:nvPr/>
        </p:nvSpPr>
        <p:spPr>
          <a:xfrm>
            <a:off x="414315" y="638646"/>
            <a:ext cx="2576772" cy="8292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841" b="1">
                <a:solidFill>
                  <a:srgbClr val="192934"/>
                </a:solidFill>
                <a:latin typeface="Georgia"/>
              </a:defRPr>
            </a:pPr>
            <a:r>
              <a:rPr spc="53">
                <a:ea typeface="SimSun"/>
              </a:rPr>
              <a:t>五日旅程</a:t>
            </a:r>
          </a:p>
        </p:txBody>
      </p:sp>
      <p:sp>
        <p:nvSpPr>
          <p:cNvPr id="8" name="text-04"/>
          <p:cNvSpPr txBox="1"/>
          <p:nvPr/>
        </p:nvSpPr>
        <p:spPr>
          <a:xfrm>
            <a:off x="434362" y="1309035"/>
            <a:ext cx="2682757" cy="2385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4" b="1">
                <a:solidFill>
                  <a:srgbClr val="E75B3C"/>
                </a:solidFill>
                <a:latin typeface="Microsoft YaHei"/>
              </a:defRPr>
            </a:pPr>
            <a:r>
              <a:rPr spc="105">
                <a:ea typeface="Microsoft YaHei"/>
              </a:rPr>
              <a:t>A JOURNEY, DAY BY DAY</a:t>
            </a:r>
          </a:p>
        </p:txBody>
      </p:sp>
      <p:sp>
        <p:nvSpPr>
          <p:cNvPr id="9" name="text-05"/>
          <p:cNvSpPr txBox="1"/>
          <p:nvPr/>
        </p:nvSpPr>
        <p:spPr>
          <a:xfrm>
            <a:off x="5749090" y="378496"/>
            <a:ext cx="1067061" cy="10905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5051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10" name="text-06"/>
          <p:cNvSpPr txBox="1"/>
          <p:nvPr/>
        </p:nvSpPr>
        <p:spPr>
          <a:xfrm>
            <a:off x="5251076" y="1085505"/>
            <a:ext cx="1565075" cy="1817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41" b="1">
                <a:solidFill>
                  <a:srgbClr val="192934"/>
                </a:solidFill>
                <a:latin typeface="Microsoft YaHei"/>
              </a:defRPr>
            </a:pPr>
            <a:r>
              <a:rPr spc="53">
                <a:ea typeface="Microsoft YaHei"/>
              </a:rPr>
              <a:t>DAYS  /  04 NIGHTS</a:t>
            </a:r>
          </a:p>
        </p:txBody>
      </p:sp>
      <p:sp>
        <p:nvSpPr>
          <p:cNvPr id="11" name="svg-element-10"/>
          <p:cNvSpPr/>
          <p:nvPr/>
        </p:nvSpPr>
        <p:spPr>
          <a:xfrm>
            <a:off x="414315" y="1737450"/>
            <a:ext cx="4089691" cy="1496880"/>
          </a:xfrm>
          <a:prstGeom prst="rect">
            <a:avLst/>
          </a:prstGeom>
          <a:solidFill>
            <a:srgbClr val="E5ECED"/>
          </a:solidFill>
          <a:ln w="7684">
            <a:solidFill>
              <a:srgbClr val="91A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vg-element-11"/>
          <p:cNvSpPr/>
          <p:nvPr/>
        </p:nvSpPr>
        <p:spPr>
          <a:xfrm>
            <a:off x="434363" y="1757498"/>
            <a:ext cx="4049596" cy="1456785"/>
          </a:xfrm>
          <a:custGeom>
            <a:avLst/>
            <a:gdLst/>
            <a:ahLst/>
            <a:cxnLst/>
            <a:rect l="l" t="t" r="r" b="b"/>
            <a:pathLst>
              <a:path w="606" h="218">
                <a:moveTo>
                  <a:pt x="0" y="0"/>
                </a:moveTo>
                <a:lnTo>
                  <a:pt x="606" y="218"/>
                </a:lnTo>
              </a:path>
            </a:pathLst>
          </a:custGeom>
          <a:noFill/>
          <a:ln w="6014">
            <a:solidFill>
              <a:srgbClr val="91AFB2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vg-element-12"/>
          <p:cNvSpPr/>
          <p:nvPr/>
        </p:nvSpPr>
        <p:spPr>
          <a:xfrm>
            <a:off x="434363" y="1757498"/>
            <a:ext cx="4049596" cy="1456785"/>
          </a:xfrm>
          <a:custGeom>
            <a:avLst/>
            <a:gdLst/>
            <a:ahLst/>
            <a:cxnLst/>
            <a:rect l="l" t="t" r="r" b="b"/>
            <a:pathLst>
              <a:path w="606" h="218">
                <a:moveTo>
                  <a:pt x="606" y="0"/>
                </a:moveTo>
                <a:lnTo>
                  <a:pt x="0" y="218"/>
                </a:lnTo>
              </a:path>
            </a:pathLst>
          </a:custGeom>
          <a:noFill/>
          <a:ln w="6014">
            <a:solidFill>
              <a:srgbClr val="91AFB2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vg-element-13"/>
          <p:cNvSpPr/>
          <p:nvPr/>
        </p:nvSpPr>
        <p:spPr>
          <a:xfrm>
            <a:off x="2295439" y="2334732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91A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vg-element-14"/>
          <p:cNvSpPr/>
          <p:nvPr/>
        </p:nvSpPr>
        <p:spPr>
          <a:xfrm>
            <a:off x="2511551" y="2387123"/>
            <a:ext cx="45841" cy="45841"/>
          </a:xfrm>
          <a:prstGeom prst="ellipse">
            <a:avLst/>
          </a:prstGeom>
          <a:solidFill>
            <a:srgbClr val="91A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vg-element-15"/>
          <p:cNvSpPr/>
          <p:nvPr/>
        </p:nvSpPr>
        <p:spPr>
          <a:xfrm>
            <a:off x="2332193" y="2452478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1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91A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vg-element-16"/>
          <p:cNvSpPr/>
          <p:nvPr/>
        </p:nvSpPr>
        <p:spPr>
          <a:xfrm>
            <a:off x="474457" y="3033855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-07"/>
          <p:cNvSpPr txBox="1"/>
          <p:nvPr/>
        </p:nvSpPr>
        <p:spPr>
          <a:xfrm>
            <a:off x="527917" y="3074485"/>
            <a:ext cx="876744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91AFB2"/>
                </a:solidFill>
                <a:latin typeface="Microsoft YaHei"/>
              </a:defRPr>
            </a:pPr>
            <a:r>
              <a:rPr>
                <a:ea typeface="Microsoft YaHei"/>
              </a:rPr>
              <a:t>主视觉 / 图片占位</a:t>
            </a:r>
          </a:p>
        </p:txBody>
      </p:sp>
      <p:sp>
        <p:nvSpPr>
          <p:cNvPr id="19" name="text-08"/>
          <p:cNvSpPr txBox="1"/>
          <p:nvPr/>
        </p:nvSpPr>
        <p:spPr>
          <a:xfrm>
            <a:off x="4764623" y="1709383"/>
            <a:ext cx="1965256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旅程概要  /  OVERVIEW</a:t>
            </a:r>
          </a:p>
        </p:txBody>
      </p:sp>
      <p:sp>
        <p:nvSpPr>
          <p:cNvPr id="20" name="svg-element-19"/>
          <p:cNvSpPr/>
          <p:nvPr/>
        </p:nvSpPr>
        <p:spPr>
          <a:xfrm>
            <a:off x="4764624" y="1917878"/>
            <a:ext cx="2044846" cy="0"/>
          </a:xfrm>
          <a:custGeom>
            <a:avLst/>
            <a:gdLst/>
            <a:ahLst/>
            <a:cxnLst/>
            <a:rect l="l" t="t" r="r" b="b"/>
            <a:pathLst>
              <a:path w="306" h="0">
                <a:moveTo>
                  <a:pt x="0" y="0"/>
                </a:moveTo>
                <a:lnTo>
                  <a:pt x="306" y="0"/>
                </a:lnTo>
              </a:path>
            </a:pathLst>
          </a:custGeom>
          <a:noFill/>
          <a:ln w="6682">
            <a:solidFill>
              <a:srgbClr val="1929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-09"/>
          <p:cNvSpPr txBox="1"/>
          <p:nvPr/>
        </p:nvSpPr>
        <p:spPr>
          <a:xfrm>
            <a:off x="4771306" y="2045313"/>
            <a:ext cx="1661537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出发地  →  目的地</a:t>
            </a:r>
          </a:p>
        </p:txBody>
      </p:sp>
      <p:sp>
        <p:nvSpPr>
          <p:cNvPr id="22" name="svg-element-21"/>
          <p:cNvSpPr/>
          <p:nvPr/>
        </p:nvSpPr>
        <p:spPr>
          <a:xfrm>
            <a:off x="4771306" y="2332193"/>
            <a:ext cx="1851053" cy="53460"/>
          </a:xfrm>
          <a:prstGeom prst="roundRect">
            <a:avLst>
              <a:gd name="adj" fmla="val 50000"/>
            </a:avLst>
          </a:prstGeom>
          <a:solidFill>
            <a:srgbClr val="7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vg-element-22"/>
          <p:cNvSpPr/>
          <p:nvPr/>
        </p:nvSpPr>
        <p:spPr>
          <a:xfrm>
            <a:off x="4771306" y="2459160"/>
            <a:ext cx="1663942" cy="53460"/>
          </a:xfrm>
          <a:prstGeom prst="roundRect">
            <a:avLst>
              <a:gd name="adj" fmla="val 50000"/>
            </a:avLst>
          </a:prstGeom>
          <a:solidFill>
            <a:srgbClr val="7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vg-element-23"/>
          <p:cNvSpPr/>
          <p:nvPr/>
        </p:nvSpPr>
        <p:spPr>
          <a:xfrm>
            <a:off x="4771306" y="2679683"/>
            <a:ext cx="748440" cy="207157"/>
          </a:xfrm>
          <a:prstGeom prst="roundRect">
            <a:avLst>
              <a:gd name="adj" fmla="val 6451"/>
            </a:avLst>
          </a:prstGeom>
          <a:solidFill>
            <a:srgbClr val="19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-10"/>
          <p:cNvSpPr txBox="1"/>
          <p:nvPr/>
        </p:nvSpPr>
        <p:spPr>
          <a:xfrm>
            <a:off x="4896402" y="2734613"/>
            <a:ext cx="498247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航班信息</a:t>
            </a:r>
          </a:p>
        </p:txBody>
      </p:sp>
      <p:sp>
        <p:nvSpPr>
          <p:cNvPr id="26" name="svg-element-25"/>
          <p:cNvSpPr/>
          <p:nvPr/>
        </p:nvSpPr>
        <p:spPr>
          <a:xfrm>
            <a:off x="5599936" y="2679683"/>
            <a:ext cx="601425" cy="207157"/>
          </a:xfrm>
          <a:prstGeom prst="roundRect">
            <a:avLst>
              <a:gd name="adj" fmla="val 6451"/>
            </a:avLst>
          </a:prstGeom>
          <a:solidFill>
            <a:srgbClr val="E7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-11"/>
          <p:cNvSpPr txBox="1"/>
          <p:nvPr/>
        </p:nvSpPr>
        <p:spPr>
          <a:xfrm>
            <a:off x="5762722" y="2734613"/>
            <a:ext cx="275853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住宿</a:t>
            </a:r>
          </a:p>
        </p:txBody>
      </p:sp>
      <p:sp>
        <p:nvSpPr>
          <p:cNvPr id="28" name="text-12"/>
          <p:cNvSpPr txBox="1"/>
          <p:nvPr/>
        </p:nvSpPr>
        <p:spPr>
          <a:xfrm>
            <a:off x="4771306" y="3028910"/>
            <a:ext cx="199512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A8B8C"/>
                </a:solidFill>
                <a:latin typeface="Microsoft YaHei"/>
              </a:defRPr>
            </a:pPr>
            <a:r>
              <a:rPr>
                <a:ea typeface="Microsoft YaHei"/>
              </a:rPr>
              <a:t>※ 在这里替换行程摘要 / 团号 / 日期</a:t>
            </a:r>
          </a:p>
        </p:txBody>
      </p:sp>
      <p:sp>
        <p:nvSpPr>
          <p:cNvPr id="29" name="svg-element-28"/>
          <p:cNvSpPr/>
          <p:nvPr/>
        </p:nvSpPr>
        <p:spPr>
          <a:xfrm>
            <a:off x="414315" y="3461536"/>
            <a:ext cx="6395154" cy="0"/>
          </a:xfrm>
          <a:custGeom>
            <a:avLst/>
            <a:gdLst/>
            <a:ahLst/>
            <a:cxnLst/>
            <a:rect l="l" t="t" r="r" b="b"/>
            <a:pathLst>
              <a:path w="957" h="0">
                <a:moveTo>
                  <a:pt x="0" y="0"/>
                </a:moveTo>
                <a:lnTo>
                  <a:pt x="957" y="0"/>
                </a:lnTo>
              </a:path>
            </a:pathLst>
          </a:custGeom>
          <a:noFill/>
          <a:ln w="8019">
            <a:solidFill>
              <a:srgbClr val="1929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-13"/>
          <p:cNvSpPr txBox="1"/>
          <p:nvPr/>
        </p:nvSpPr>
        <p:spPr>
          <a:xfrm>
            <a:off x="414315" y="3588971"/>
            <a:ext cx="1922121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Microsoft YaHei"/>
              </a:defRPr>
            </a:pPr>
            <a:r>
              <a:rPr spc="53">
                <a:ea typeface="Microsoft YaHei"/>
              </a:rPr>
              <a:t>DAILY ITINERARY</a:t>
            </a:r>
          </a:p>
        </p:txBody>
      </p:sp>
      <p:sp>
        <p:nvSpPr>
          <p:cNvPr id="31" name="text-14"/>
          <p:cNvSpPr txBox="1"/>
          <p:nvPr/>
        </p:nvSpPr>
        <p:spPr>
          <a:xfrm>
            <a:off x="4764623" y="3601133"/>
            <a:ext cx="2228213" cy="2385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4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精选亮点  /  HIGHLIGHTS</a:t>
            </a:r>
          </a:p>
        </p:txBody>
      </p:sp>
      <p:sp>
        <p:nvSpPr>
          <p:cNvPr id="32" name="svg-element-31"/>
          <p:cNvSpPr/>
          <p:nvPr/>
        </p:nvSpPr>
        <p:spPr>
          <a:xfrm>
            <a:off x="4624291" y="3889216"/>
            <a:ext cx="0" cy="5927379"/>
          </a:xfrm>
          <a:custGeom>
            <a:avLst/>
            <a:gdLst/>
            <a:ahLst/>
            <a:cxnLst/>
            <a:rect l="l" t="t" r="r" b="b"/>
            <a:pathLst>
              <a:path w="0" h="887">
                <a:moveTo>
                  <a:pt x="0" y="0"/>
                </a:moveTo>
                <a:lnTo>
                  <a:pt x="0" y="887"/>
                </a:lnTo>
              </a:path>
            </a:pathLst>
          </a:custGeom>
          <a:noFill/>
          <a:ln w="9355">
            <a:solidFill>
              <a:srgbClr val="D4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-15"/>
          <p:cNvSpPr txBox="1"/>
          <p:nvPr/>
        </p:nvSpPr>
        <p:spPr>
          <a:xfrm>
            <a:off x="414315" y="3987916"/>
            <a:ext cx="613720" cy="602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788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34" name="text-16"/>
          <p:cNvSpPr txBox="1"/>
          <p:nvPr/>
        </p:nvSpPr>
        <p:spPr>
          <a:xfrm>
            <a:off x="414315" y="4407310"/>
            <a:ext cx="402640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192934"/>
                </a:solidFill>
                <a:latin typeface="Microsoft YaHei"/>
              </a:defRPr>
            </a:pPr>
            <a:r>
              <a:rPr spc="95">
                <a:ea typeface="Microsoft YaHei"/>
              </a:rPr>
              <a:t>DAY</a:t>
            </a:r>
          </a:p>
        </p:txBody>
      </p:sp>
      <p:sp>
        <p:nvSpPr>
          <p:cNvPr id="35" name="svg-element-34"/>
          <p:cNvSpPr/>
          <p:nvPr/>
        </p:nvSpPr>
        <p:spPr>
          <a:xfrm>
            <a:off x="1109295" y="4036231"/>
            <a:ext cx="1242945" cy="908820"/>
          </a:xfrm>
          <a:prstGeom prst="roundRect">
            <a:avLst>
              <a:gd name="adj" fmla="val 735"/>
            </a:avLst>
          </a:prstGeom>
          <a:solidFill>
            <a:srgbClr val="E7EEF0"/>
          </a:solidFill>
          <a:ln w="7684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vg-element-35"/>
          <p:cNvSpPr/>
          <p:nvPr/>
        </p:nvSpPr>
        <p:spPr>
          <a:xfrm>
            <a:off x="1129343" y="4056279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0" y="0"/>
                </a:moveTo>
                <a:lnTo>
                  <a:pt x="18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vg-element-36"/>
          <p:cNvSpPr/>
          <p:nvPr/>
        </p:nvSpPr>
        <p:spPr>
          <a:xfrm>
            <a:off x="1129343" y="4056279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180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vg-element-37"/>
          <p:cNvSpPr/>
          <p:nvPr/>
        </p:nvSpPr>
        <p:spPr>
          <a:xfrm>
            <a:off x="1585356" y="4353398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vg-element-38"/>
          <p:cNvSpPr/>
          <p:nvPr/>
        </p:nvSpPr>
        <p:spPr>
          <a:xfrm>
            <a:off x="1777299" y="4399930"/>
            <a:ext cx="40715" cy="40715"/>
          </a:xfrm>
          <a:prstGeom prst="ellipse">
            <a:avLst/>
          </a:pr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vg-element-39"/>
          <p:cNvSpPr/>
          <p:nvPr/>
        </p:nvSpPr>
        <p:spPr>
          <a:xfrm>
            <a:off x="1617165" y="4457229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7" y="8"/>
                </a:lnTo>
                <a:lnTo>
                  <a:pt x="24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-17"/>
          <p:cNvSpPr txBox="1"/>
          <p:nvPr/>
        </p:nvSpPr>
        <p:spPr>
          <a:xfrm>
            <a:off x="2499255" y="4070111"/>
            <a:ext cx="1233857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今日行程标题</a:t>
            </a:r>
          </a:p>
        </p:txBody>
      </p:sp>
      <p:sp>
        <p:nvSpPr>
          <p:cNvPr id="42" name="svg-element-41"/>
          <p:cNvSpPr/>
          <p:nvPr/>
        </p:nvSpPr>
        <p:spPr>
          <a:xfrm>
            <a:off x="2499255" y="4336943"/>
            <a:ext cx="1710720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vg-element-42"/>
          <p:cNvSpPr/>
          <p:nvPr/>
        </p:nvSpPr>
        <p:spPr>
          <a:xfrm>
            <a:off x="2499255" y="4470593"/>
            <a:ext cx="1590435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vg-element-43"/>
          <p:cNvSpPr/>
          <p:nvPr/>
        </p:nvSpPr>
        <p:spPr>
          <a:xfrm>
            <a:off x="2499255" y="4604243"/>
            <a:ext cx="1356547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-18"/>
          <p:cNvSpPr txBox="1"/>
          <p:nvPr/>
        </p:nvSpPr>
        <p:spPr>
          <a:xfrm>
            <a:off x="2499255" y="4779726"/>
            <a:ext cx="102001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A8B8C"/>
                </a:solidFill>
                <a:latin typeface="Microsoft YaHei"/>
              </a:defRPr>
            </a:pPr>
            <a:r>
              <a:rPr>
                <a:ea typeface="Microsoft YaHei"/>
              </a:rPr>
              <a:t>航班 / 用餐 / 酒店</a:t>
            </a:r>
          </a:p>
        </p:txBody>
      </p:sp>
      <p:sp>
        <p:nvSpPr>
          <p:cNvPr id="46" name="svg-element-45"/>
          <p:cNvSpPr/>
          <p:nvPr/>
        </p:nvSpPr>
        <p:spPr>
          <a:xfrm>
            <a:off x="414315" y="5051971"/>
            <a:ext cx="4062961" cy="0"/>
          </a:xfrm>
          <a:custGeom>
            <a:avLst/>
            <a:gdLst/>
            <a:ahLst/>
            <a:cxnLst/>
            <a:rect l="l" t="t" r="r" b="b"/>
            <a:pathLst>
              <a:path w="608" h="0">
                <a:moveTo>
                  <a:pt x="0" y="0"/>
                </a:moveTo>
                <a:lnTo>
                  <a:pt x="608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-19"/>
          <p:cNvSpPr txBox="1"/>
          <p:nvPr/>
        </p:nvSpPr>
        <p:spPr>
          <a:xfrm>
            <a:off x="414315" y="5130624"/>
            <a:ext cx="613720" cy="602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788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48" name="text-20"/>
          <p:cNvSpPr txBox="1"/>
          <p:nvPr/>
        </p:nvSpPr>
        <p:spPr>
          <a:xfrm>
            <a:off x="414315" y="5550018"/>
            <a:ext cx="402640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192934"/>
                </a:solidFill>
                <a:latin typeface="Microsoft YaHei"/>
              </a:defRPr>
            </a:pPr>
            <a:r>
              <a:rPr spc="95">
                <a:ea typeface="Microsoft YaHei"/>
              </a:rPr>
              <a:t>DAY</a:t>
            </a:r>
          </a:p>
        </p:txBody>
      </p:sp>
      <p:sp>
        <p:nvSpPr>
          <p:cNvPr id="49" name="svg-element-48"/>
          <p:cNvSpPr/>
          <p:nvPr/>
        </p:nvSpPr>
        <p:spPr>
          <a:xfrm>
            <a:off x="1109295" y="5178938"/>
            <a:ext cx="1242945" cy="908820"/>
          </a:xfrm>
          <a:prstGeom prst="roundRect">
            <a:avLst>
              <a:gd name="adj" fmla="val 735"/>
            </a:avLst>
          </a:prstGeom>
          <a:solidFill>
            <a:srgbClr val="E7EEF0"/>
          </a:solidFill>
          <a:ln w="7684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vg-element-49"/>
          <p:cNvSpPr/>
          <p:nvPr/>
        </p:nvSpPr>
        <p:spPr>
          <a:xfrm>
            <a:off x="1129343" y="5198986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0" y="0"/>
                </a:moveTo>
                <a:lnTo>
                  <a:pt x="18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vg-element-50"/>
          <p:cNvSpPr/>
          <p:nvPr/>
        </p:nvSpPr>
        <p:spPr>
          <a:xfrm>
            <a:off x="1129343" y="5198986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180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vg-element-51"/>
          <p:cNvSpPr/>
          <p:nvPr/>
        </p:nvSpPr>
        <p:spPr>
          <a:xfrm>
            <a:off x="1585356" y="5496106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vg-element-52"/>
          <p:cNvSpPr/>
          <p:nvPr/>
        </p:nvSpPr>
        <p:spPr>
          <a:xfrm>
            <a:off x="1777299" y="5542638"/>
            <a:ext cx="40715" cy="40715"/>
          </a:xfrm>
          <a:prstGeom prst="ellipse">
            <a:avLst/>
          </a:pr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vg-element-53"/>
          <p:cNvSpPr/>
          <p:nvPr/>
        </p:nvSpPr>
        <p:spPr>
          <a:xfrm>
            <a:off x="1617165" y="5599937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7" y="8"/>
                </a:lnTo>
                <a:lnTo>
                  <a:pt x="24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-21"/>
          <p:cNvSpPr txBox="1"/>
          <p:nvPr/>
        </p:nvSpPr>
        <p:spPr>
          <a:xfrm>
            <a:off x="2499255" y="5212819"/>
            <a:ext cx="1233857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今日行程标题</a:t>
            </a:r>
          </a:p>
        </p:txBody>
      </p:sp>
      <p:sp>
        <p:nvSpPr>
          <p:cNvPr id="56" name="svg-element-55"/>
          <p:cNvSpPr/>
          <p:nvPr/>
        </p:nvSpPr>
        <p:spPr>
          <a:xfrm>
            <a:off x="2499255" y="5479651"/>
            <a:ext cx="1710720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vg-element-56"/>
          <p:cNvSpPr/>
          <p:nvPr/>
        </p:nvSpPr>
        <p:spPr>
          <a:xfrm>
            <a:off x="2499255" y="5613301"/>
            <a:ext cx="1590435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vg-element-57"/>
          <p:cNvSpPr/>
          <p:nvPr/>
        </p:nvSpPr>
        <p:spPr>
          <a:xfrm>
            <a:off x="2499255" y="5746951"/>
            <a:ext cx="1356547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-22"/>
          <p:cNvSpPr txBox="1"/>
          <p:nvPr/>
        </p:nvSpPr>
        <p:spPr>
          <a:xfrm>
            <a:off x="2499255" y="5922434"/>
            <a:ext cx="102001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A8B8C"/>
                </a:solidFill>
                <a:latin typeface="Microsoft YaHei"/>
              </a:defRPr>
            </a:pPr>
            <a:r>
              <a:rPr>
                <a:ea typeface="Microsoft YaHei"/>
              </a:rPr>
              <a:t>航班 / 用餐 / 酒店</a:t>
            </a:r>
          </a:p>
        </p:txBody>
      </p:sp>
      <p:sp>
        <p:nvSpPr>
          <p:cNvPr id="60" name="svg-element-59"/>
          <p:cNvSpPr/>
          <p:nvPr/>
        </p:nvSpPr>
        <p:spPr>
          <a:xfrm>
            <a:off x="414315" y="6194679"/>
            <a:ext cx="4062961" cy="0"/>
          </a:xfrm>
          <a:custGeom>
            <a:avLst/>
            <a:gdLst/>
            <a:ahLst/>
            <a:cxnLst/>
            <a:rect l="l" t="t" r="r" b="b"/>
            <a:pathLst>
              <a:path w="608" h="0">
                <a:moveTo>
                  <a:pt x="0" y="0"/>
                </a:moveTo>
                <a:lnTo>
                  <a:pt x="608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-23"/>
          <p:cNvSpPr txBox="1"/>
          <p:nvPr/>
        </p:nvSpPr>
        <p:spPr>
          <a:xfrm>
            <a:off x="414315" y="6273332"/>
            <a:ext cx="613720" cy="602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788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62" name="text-24"/>
          <p:cNvSpPr txBox="1"/>
          <p:nvPr/>
        </p:nvSpPr>
        <p:spPr>
          <a:xfrm>
            <a:off x="414315" y="6692726"/>
            <a:ext cx="402640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192934"/>
                </a:solidFill>
                <a:latin typeface="Microsoft YaHei"/>
              </a:defRPr>
            </a:pPr>
            <a:r>
              <a:rPr spc="95">
                <a:ea typeface="Microsoft YaHei"/>
              </a:rPr>
              <a:t>DAY</a:t>
            </a:r>
          </a:p>
        </p:txBody>
      </p:sp>
      <p:sp>
        <p:nvSpPr>
          <p:cNvPr id="63" name="svg-element-62"/>
          <p:cNvSpPr/>
          <p:nvPr/>
        </p:nvSpPr>
        <p:spPr>
          <a:xfrm>
            <a:off x="1109295" y="6321646"/>
            <a:ext cx="1242945" cy="908820"/>
          </a:xfrm>
          <a:prstGeom prst="roundRect">
            <a:avLst>
              <a:gd name="adj" fmla="val 735"/>
            </a:avLst>
          </a:prstGeom>
          <a:solidFill>
            <a:srgbClr val="E7EEF0"/>
          </a:solidFill>
          <a:ln w="7684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vg-element-63"/>
          <p:cNvSpPr/>
          <p:nvPr/>
        </p:nvSpPr>
        <p:spPr>
          <a:xfrm>
            <a:off x="1129343" y="6341694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0" y="0"/>
                </a:moveTo>
                <a:lnTo>
                  <a:pt x="18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vg-element-64"/>
          <p:cNvSpPr/>
          <p:nvPr/>
        </p:nvSpPr>
        <p:spPr>
          <a:xfrm>
            <a:off x="1129343" y="6341694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180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vg-element-65"/>
          <p:cNvSpPr/>
          <p:nvPr/>
        </p:nvSpPr>
        <p:spPr>
          <a:xfrm>
            <a:off x="1585356" y="6638814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vg-element-66"/>
          <p:cNvSpPr/>
          <p:nvPr/>
        </p:nvSpPr>
        <p:spPr>
          <a:xfrm>
            <a:off x="1777299" y="6685345"/>
            <a:ext cx="40715" cy="40715"/>
          </a:xfrm>
          <a:prstGeom prst="ellipse">
            <a:avLst/>
          </a:pr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vg-element-67"/>
          <p:cNvSpPr/>
          <p:nvPr/>
        </p:nvSpPr>
        <p:spPr>
          <a:xfrm>
            <a:off x="1617165" y="6742644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7" y="8"/>
                </a:lnTo>
                <a:lnTo>
                  <a:pt x="24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-25"/>
          <p:cNvSpPr txBox="1"/>
          <p:nvPr/>
        </p:nvSpPr>
        <p:spPr>
          <a:xfrm>
            <a:off x="2499255" y="6355527"/>
            <a:ext cx="1233857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今日行程标题</a:t>
            </a:r>
          </a:p>
        </p:txBody>
      </p:sp>
      <p:sp>
        <p:nvSpPr>
          <p:cNvPr id="70" name="svg-element-69"/>
          <p:cNvSpPr/>
          <p:nvPr/>
        </p:nvSpPr>
        <p:spPr>
          <a:xfrm>
            <a:off x="2499255" y="6622359"/>
            <a:ext cx="1710720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vg-element-70"/>
          <p:cNvSpPr/>
          <p:nvPr/>
        </p:nvSpPr>
        <p:spPr>
          <a:xfrm>
            <a:off x="2499255" y="6756009"/>
            <a:ext cx="1590435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vg-element-71"/>
          <p:cNvSpPr/>
          <p:nvPr/>
        </p:nvSpPr>
        <p:spPr>
          <a:xfrm>
            <a:off x="2499255" y="6889659"/>
            <a:ext cx="1356547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-26"/>
          <p:cNvSpPr txBox="1"/>
          <p:nvPr/>
        </p:nvSpPr>
        <p:spPr>
          <a:xfrm>
            <a:off x="2499255" y="7065141"/>
            <a:ext cx="102001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A8B8C"/>
                </a:solidFill>
                <a:latin typeface="Microsoft YaHei"/>
              </a:defRPr>
            </a:pPr>
            <a:r>
              <a:rPr>
                <a:ea typeface="Microsoft YaHei"/>
              </a:rPr>
              <a:t>航班 / 用餐 / 酒店</a:t>
            </a:r>
          </a:p>
        </p:txBody>
      </p:sp>
      <p:sp>
        <p:nvSpPr>
          <p:cNvPr id="74" name="svg-element-73"/>
          <p:cNvSpPr/>
          <p:nvPr/>
        </p:nvSpPr>
        <p:spPr>
          <a:xfrm>
            <a:off x="414315" y="7337387"/>
            <a:ext cx="4062961" cy="0"/>
          </a:xfrm>
          <a:custGeom>
            <a:avLst/>
            <a:gdLst/>
            <a:ahLst/>
            <a:cxnLst/>
            <a:rect l="l" t="t" r="r" b="b"/>
            <a:pathLst>
              <a:path w="608" h="0">
                <a:moveTo>
                  <a:pt x="0" y="0"/>
                </a:moveTo>
                <a:lnTo>
                  <a:pt x="608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-27"/>
          <p:cNvSpPr txBox="1"/>
          <p:nvPr/>
        </p:nvSpPr>
        <p:spPr>
          <a:xfrm>
            <a:off x="414315" y="7416040"/>
            <a:ext cx="613720" cy="602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788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76" name="text-28"/>
          <p:cNvSpPr txBox="1"/>
          <p:nvPr/>
        </p:nvSpPr>
        <p:spPr>
          <a:xfrm>
            <a:off x="414315" y="7835433"/>
            <a:ext cx="402640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192934"/>
                </a:solidFill>
                <a:latin typeface="Microsoft YaHei"/>
              </a:defRPr>
            </a:pPr>
            <a:r>
              <a:rPr spc="95">
                <a:ea typeface="Microsoft YaHei"/>
              </a:rPr>
              <a:t>DAY</a:t>
            </a:r>
          </a:p>
        </p:txBody>
      </p:sp>
      <p:sp>
        <p:nvSpPr>
          <p:cNvPr id="77" name="svg-element-76"/>
          <p:cNvSpPr/>
          <p:nvPr/>
        </p:nvSpPr>
        <p:spPr>
          <a:xfrm>
            <a:off x="1109295" y="7464354"/>
            <a:ext cx="1242945" cy="908820"/>
          </a:xfrm>
          <a:prstGeom prst="roundRect">
            <a:avLst>
              <a:gd name="adj" fmla="val 735"/>
            </a:avLst>
          </a:prstGeom>
          <a:solidFill>
            <a:srgbClr val="E7EEF0"/>
          </a:solidFill>
          <a:ln w="7684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vg-element-77"/>
          <p:cNvSpPr/>
          <p:nvPr/>
        </p:nvSpPr>
        <p:spPr>
          <a:xfrm>
            <a:off x="1129343" y="7484402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0" y="0"/>
                </a:moveTo>
                <a:lnTo>
                  <a:pt x="18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vg-element-78"/>
          <p:cNvSpPr/>
          <p:nvPr/>
        </p:nvSpPr>
        <p:spPr>
          <a:xfrm>
            <a:off x="1129343" y="7484402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180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vg-element-79"/>
          <p:cNvSpPr/>
          <p:nvPr/>
        </p:nvSpPr>
        <p:spPr>
          <a:xfrm>
            <a:off x="1585356" y="7781522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vg-element-80"/>
          <p:cNvSpPr/>
          <p:nvPr/>
        </p:nvSpPr>
        <p:spPr>
          <a:xfrm>
            <a:off x="1777299" y="7828053"/>
            <a:ext cx="40715" cy="40715"/>
          </a:xfrm>
          <a:prstGeom prst="ellipse">
            <a:avLst/>
          </a:pr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vg-element-81"/>
          <p:cNvSpPr/>
          <p:nvPr/>
        </p:nvSpPr>
        <p:spPr>
          <a:xfrm>
            <a:off x="1617165" y="7885352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7" y="8"/>
                </a:lnTo>
                <a:lnTo>
                  <a:pt x="24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-29"/>
          <p:cNvSpPr txBox="1"/>
          <p:nvPr/>
        </p:nvSpPr>
        <p:spPr>
          <a:xfrm>
            <a:off x="2499255" y="7498234"/>
            <a:ext cx="1233857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今日行程标题</a:t>
            </a:r>
          </a:p>
        </p:txBody>
      </p:sp>
      <p:sp>
        <p:nvSpPr>
          <p:cNvPr id="84" name="svg-element-83"/>
          <p:cNvSpPr/>
          <p:nvPr/>
        </p:nvSpPr>
        <p:spPr>
          <a:xfrm>
            <a:off x="2499255" y="7765067"/>
            <a:ext cx="1710720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vg-element-84"/>
          <p:cNvSpPr/>
          <p:nvPr/>
        </p:nvSpPr>
        <p:spPr>
          <a:xfrm>
            <a:off x="2499255" y="7898717"/>
            <a:ext cx="1590435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vg-element-85"/>
          <p:cNvSpPr/>
          <p:nvPr/>
        </p:nvSpPr>
        <p:spPr>
          <a:xfrm>
            <a:off x="2499255" y="8032367"/>
            <a:ext cx="1356547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-30"/>
          <p:cNvSpPr txBox="1"/>
          <p:nvPr/>
        </p:nvSpPr>
        <p:spPr>
          <a:xfrm>
            <a:off x="2499255" y="8207849"/>
            <a:ext cx="102001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A8B8C"/>
                </a:solidFill>
                <a:latin typeface="Microsoft YaHei"/>
              </a:defRPr>
            </a:pPr>
            <a:r>
              <a:rPr>
                <a:ea typeface="Microsoft YaHei"/>
              </a:rPr>
              <a:t>航班 / 用餐 / 酒店</a:t>
            </a:r>
          </a:p>
        </p:txBody>
      </p:sp>
      <p:sp>
        <p:nvSpPr>
          <p:cNvPr id="88" name="svg-element-87"/>
          <p:cNvSpPr/>
          <p:nvPr/>
        </p:nvSpPr>
        <p:spPr>
          <a:xfrm>
            <a:off x="414315" y="8480095"/>
            <a:ext cx="4062961" cy="0"/>
          </a:xfrm>
          <a:custGeom>
            <a:avLst/>
            <a:gdLst/>
            <a:ahLst/>
            <a:cxnLst/>
            <a:rect l="l" t="t" r="r" b="b"/>
            <a:pathLst>
              <a:path w="608" h="0">
                <a:moveTo>
                  <a:pt x="0" y="0"/>
                </a:moveTo>
                <a:lnTo>
                  <a:pt x="608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-31"/>
          <p:cNvSpPr txBox="1"/>
          <p:nvPr/>
        </p:nvSpPr>
        <p:spPr>
          <a:xfrm>
            <a:off x="414315" y="8558747"/>
            <a:ext cx="613720" cy="602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788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90" name="text-32"/>
          <p:cNvSpPr txBox="1"/>
          <p:nvPr/>
        </p:nvSpPr>
        <p:spPr>
          <a:xfrm>
            <a:off x="414315" y="8978141"/>
            <a:ext cx="402640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192934"/>
                </a:solidFill>
                <a:latin typeface="Microsoft YaHei"/>
              </a:defRPr>
            </a:pPr>
            <a:r>
              <a:rPr spc="95">
                <a:ea typeface="Microsoft YaHei"/>
              </a:rPr>
              <a:t>DAY</a:t>
            </a:r>
          </a:p>
        </p:txBody>
      </p:sp>
      <p:sp>
        <p:nvSpPr>
          <p:cNvPr id="91" name="svg-element-90"/>
          <p:cNvSpPr/>
          <p:nvPr/>
        </p:nvSpPr>
        <p:spPr>
          <a:xfrm>
            <a:off x="1109295" y="8607062"/>
            <a:ext cx="1242945" cy="908820"/>
          </a:xfrm>
          <a:prstGeom prst="roundRect">
            <a:avLst>
              <a:gd name="adj" fmla="val 735"/>
            </a:avLst>
          </a:prstGeom>
          <a:solidFill>
            <a:srgbClr val="E7EEF0"/>
          </a:solidFill>
          <a:ln w="7684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vg-element-91"/>
          <p:cNvSpPr/>
          <p:nvPr/>
        </p:nvSpPr>
        <p:spPr>
          <a:xfrm>
            <a:off x="1129343" y="8627110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0" y="0"/>
                </a:moveTo>
                <a:lnTo>
                  <a:pt x="18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vg-element-92"/>
          <p:cNvSpPr/>
          <p:nvPr/>
        </p:nvSpPr>
        <p:spPr>
          <a:xfrm>
            <a:off x="1129343" y="8627110"/>
            <a:ext cx="1202850" cy="868725"/>
          </a:xfrm>
          <a:custGeom>
            <a:avLst/>
            <a:gdLst/>
            <a:ahLst/>
            <a:cxnLst/>
            <a:rect l="l" t="t" r="r" b="b"/>
            <a:pathLst>
              <a:path w="180" h="130">
                <a:moveTo>
                  <a:pt x="180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5B7B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vg-element-93"/>
          <p:cNvSpPr/>
          <p:nvPr/>
        </p:nvSpPr>
        <p:spPr>
          <a:xfrm>
            <a:off x="1585356" y="8924229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5B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vg-element-94"/>
          <p:cNvSpPr/>
          <p:nvPr/>
        </p:nvSpPr>
        <p:spPr>
          <a:xfrm>
            <a:off x="1777299" y="8970761"/>
            <a:ext cx="40715" cy="40715"/>
          </a:xfrm>
          <a:prstGeom prst="ellipse">
            <a:avLst/>
          </a:pr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vg-element-95"/>
          <p:cNvSpPr/>
          <p:nvPr/>
        </p:nvSpPr>
        <p:spPr>
          <a:xfrm>
            <a:off x="1617165" y="9028060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7" y="8"/>
                </a:lnTo>
                <a:lnTo>
                  <a:pt x="24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5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-33"/>
          <p:cNvSpPr txBox="1"/>
          <p:nvPr/>
        </p:nvSpPr>
        <p:spPr>
          <a:xfrm>
            <a:off x="2499255" y="8640942"/>
            <a:ext cx="1233857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今日行程标题</a:t>
            </a:r>
          </a:p>
        </p:txBody>
      </p:sp>
      <p:sp>
        <p:nvSpPr>
          <p:cNvPr id="98" name="svg-element-97"/>
          <p:cNvSpPr/>
          <p:nvPr/>
        </p:nvSpPr>
        <p:spPr>
          <a:xfrm>
            <a:off x="2499255" y="8907774"/>
            <a:ext cx="1710720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vg-element-98"/>
          <p:cNvSpPr/>
          <p:nvPr/>
        </p:nvSpPr>
        <p:spPr>
          <a:xfrm>
            <a:off x="2499255" y="9041425"/>
            <a:ext cx="1590435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vg-element-99"/>
          <p:cNvSpPr/>
          <p:nvPr/>
        </p:nvSpPr>
        <p:spPr>
          <a:xfrm>
            <a:off x="2499255" y="9175075"/>
            <a:ext cx="1356547" cy="53460"/>
          </a:xfrm>
          <a:prstGeom prst="roundRect">
            <a:avLst>
              <a:gd name="adj" fmla="val 50000"/>
            </a:avLst>
          </a:prstGeom>
          <a:solidFill>
            <a:srgbClr val="AB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-34"/>
          <p:cNvSpPr txBox="1"/>
          <p:nvPr/>
        </p:nvSpPr>
        <p:spPr>
          <a:xfrm>
            <a:off x="2499255" y="9350557"/>
            <a:ext cx="1020017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A8B8C"/>
                </a:solidFill>
                <a:latin typeface="Microsoft YaHei"/>
              </a:defRPr>
            </a:pPr>
            <a:r>
              <a:rPr>
                <a:ea typeface="Microsoft YaHei"/>
              </a:rPr>
              <a:t>航班 / 用餐 / 酒店</a:t>
            </a:r>
          </a:p>
        </p:txBody>
      </p:sp>
      <p:sp>
        <p:nvSpPr>
          <p:cNvPr id="102" name="svg-element-101"/>
          <p:cNvSpPr/>
          <p:nvPr/>
        </p:nvSpPr>
        <p:spPr>
          <a:xfrm>
            <a:off x="414315" y="9622803"/>
            <a:ext cx="4062961" cy="0"/>
          </a:xfrm>
          <a:custGeom>
            <a:avLst/>
            <a:gdLst/>
            <a:ahLst/>
            <a:cxnLst/>
            <a:rect l="l" t="t" r="r" b="b"/>
            <a:pathLst>
              <a:path w="608" h="0">
                <a:moveTo>
                  <a:pt x="0" y="0"/>
                </a:moveTo>
                <a:lnTo>
                  <a:pt x="608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-35"/>
          <p:cNvSpPr txBox="1"/>
          <p:nvPr/>
        </p:nvSpPr>
        <p:spPr>
          <a:xfrm>
            <a:off x="4764623" y="3955840"/>
            <a:ext cx="399880" cy="374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36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104" name="svg-element-103"/>
          <p:cNvSpPr/>
          <p:nvPr/>
        </p:nvSpPr>
        <p:spPr>
          <a:xfrm>
            <a:off x="5132161" y="3976088"/>
            <a:ext cx="788535" cy="775170"/>
          </a:xfrm>
          <a:prstGeom prst="roundRect">
            <a:avLst>
              <a:gd name="adj" fmla="val 862"/>
            </a:avLst>
          </a:prstGeom>
          <a:solidFill>
            <a:srgbClr val="E9EFEC"/>
          </a:solidFill>
          <a:ln w="7684">
            <a:solidFill>
              <a:srgbClr val="A9B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vg-element-104"/>
          <p:cNvSpPr/>
          <p:nvPr/>
        </p:nvSpPr>
        <p:spPr>
          <a:xfrm>
            <a:off x="5152209" y="3996136"/>
            <a:ext cx="748440" cy="735075"/>
          </a:xfrm>
          <a:custGeom>
            <a:avLst/>
            <a:gdLst/>
            <a:ahLst/>
            <a:cxnLst/>
            <a:rect l="l" t="t" r="r" b="b"/>
            <a:pathLst>
              <a:path w="112" h="110">
                <a:moveTo>
                  <a:pt x="0" y="0"/>
                </a:moveTo>
                <a:lnTo>
                  <a:pt x="112" y="110"/>
                </a:lnTo>
              </a:path>
            </a:pathLst>
          </a:custGeom>
          <a:noFill/>
          <a:ln w="6014">
            <a:solidFill>
              <a:srgbClr val="A9B9B0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vg-element-105"/>
          <p:cNvSpPr/>
          <p:nvPr/>
        </p:nvSpPr>
        <p:spPr>
          <a:xfrm>
            <a:off x="5152209" y="3996136"/>
            <a:ext cx="748440" cy="735075"/>
          </a:xfrm>
          <a:custGeom>
            <a:avLst/>
            <a:gdLst/>
            <a:ahLst/>
            <a:cxnLst/>
            <a:rect l="l" t="t" r="r" b="b"/>
            <a:pathLst>
              <a:path w="112" h="110">
                <a:moveTo>
                  <a:pt x="112" y="0"/>
                </a:moveTo>
                <a:lnTo>
                  <a:pt x="0" y="110"/>
                </a:lnTo>
              </a:path>
            </a:pathLst>
          </a:custGeom>
          <a:noFill/>
          <a:ln w="6014">
            <a:solidFill>
              <a:srgbClr val="A9B9B0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vg-element-106"/>
          <p:cNvSpPr/>
          <p:nvPr/>
        </p:nvSpPr>
        <p:spPr>
          <a:xfrm>
            <a:off x="5402401" y="4242683"/>
            <a:ext cx="248054" cy="186040"/>
          </a:xfrm>
          <a:prstGeom prst="roundRect">
            <a:avLst>
              <a:gd name="adj" fmla="val 7183"/>
            </a:avLst>
          </a:prstGeom>
          <a:noFill/>
          <a:ln w="13365">
            <a:solidFill>
              <a:srgbClr val="A9B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vg-element-107"/>
          <p:cNvSpPr/>
          <p:nvPr/>
        </p:nvSpPr>
        <p:spPr>
          <a:xfrm>
            <a:off x="5566117" y="4282371"/>
            <a:ext cx="34727" cy="34727"/>
          </a:xfrm>
          <a:prstGeom prst="ellipse">
            <a:avLst/>
          </a:prstGeom>
          <a:solidFill>
            <a:srgbClr val="A9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vg-element-108"/>
          <p:cNvSpPr/>
          <p:nvPr/>
        </p:nvSpPr>
        <p:spPr>
          <a:xfrm>
            <a:off x="5432874" y="4330261"/>
            <a:ext cx="200475" cy="66825"/>
          </a:xfrm>
          <a:custGeom>
            <a:avLst/>
            <a:gdLst/>
            <a:ahLst/>
            <a:cxnLst/>
            <a:rect l="l" t="t" r="r" b="b"/>
            <a:pathLst>
              <a:path w="30" h="10">
                <a:moveTo>
                  <a:pt x="0" y="10"/>
                </a:moveTo>
                <a:lnTo>
                  <a:pt x="8" y="0"/>
                </a:lnTo>
                <a:lnTo>
                  <a:pt x="14" y="7"/>
                </a:lnTo>
                <a:lnTo>
                  <a:pt x="20" y="0"/>
                </a:lnTo>
                <a:lnTo>
                  <a:pt x="30" y="10"/>
                </a:lnTo>
                <a:close/>
              </a:path>
            </a:pathLst>
          </a:custGeom>
          <a:solidFill>
            <a:srgbClr val="A9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vg-element-109"/>
          <p:cNvSpPr/>
          <p:nvPr/>
        </p:nvSpPr>
        <p:spPr>
          <a:xfrm>
            <a:off x="6020934" y="4069643"/>
            <a:ext cx="775170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vg-element-110"/>
          <p:cNvSpPr/>
          <p:nvPr/>
        </p:nvSpPr>
        <p:spPr>
          <a:xfrm>
            <a:off x="6020934" y="4209976"/>
            <a:ext cx="701662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vg-element-111"/>
          <p:cNvSpPr/>
          <p:nvPr/>
        </p:nvSpPr>
        <p:spPr>
          <a:xfrm>
            <a:off x="6020934" y="4350308"/>
            <a:ext cx="641520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vg-element-112"/>
          <p:cNvSpPr/>
          <p:nvPr/>
        </p:nvSpPr>
        <p:spPr>
          <a:xfrm>
            <a:off x="6020934" y="4490641"/>
            <a:ext cx="581377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vg-element-113"/>
          <p:cNvSpPr/>
          <p:nvPr/>
        </p:nvSpPr>
        <p:spPr>
          <a:xfrm>
            <a:off x="4764624" y="4891591"/>
            <a:ext cx="2044846" cy="0"/>
          </a:xfrm>
          <a:custGeom>
            <a:avLst/>
            <a:gdLst/>
            <a:ahLst/>
            <a:cxnLst/>
            <a:rect l="l" t="t" r="r" b="b"/>
            <a:pathLst>
              <a:path w="306" h="0">
                <a:moveTo>
                  <a:pt x="0" y="0"/>
                </a:moveTo>
                <a:lnTo>
                  <a:pt x="306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-36"/>
          <p:cNvSpPr txBox="1"/>
          <p:nvPr/>
        </p:nvSpPr>
        <p:spPr>
          <a:xfrm>
            <a:off x="4764623" y="5158690"/>
            <a:ext cx="399880" cy="374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36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16" name="svg-element-115"/>
          <p:cNvSpPr/>
          <p:nvPr/>
        </p:nvSpPr>
        <p:spPr>
          <a:xfrm>
            <a:off x="5132161" y="5178938"/>
            <a:ext cx="788535" cy="775170"/>
          </a:xfrm>
          <a:prstGeom prst="roundRect">
            <a:avLst>
              <a:gd name="adj" fmla="val 862"/>
            </a:avLst>
          </a:prstGeom>
          <a:solidFill>
            <a:srgbClr val="E9EFEC"/>
          </a:solidFill>
          <a:ln w="7684">
            <a:solidFill>
              <a:srgbClr val="A9B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vg-element-116"/>
          <p:cNvSpPr/>
          <p:nvPr/>
        </p:nvSpPr>
        <p:spPr>
          <a:xfrm>
            <a:off x="5152209" y="5198986"/>
            <a:ext cx="748440" cy="735075"/>
          </a:xfrm>
          <a:custGeom>
            <a:avLst/>
            <a:gdLst/>
            <a:ahLst/>
            <a:cxnLst/>
            <a:rect l="l" t="t" r="r" b="b"/>
            <a:pathLst>
              <a:path w="112" h="110">
                <a:moveTo>
                  <a:pt x="0" y="0"/>
                </a:moveTo>
                <a:lnTo>
                  <a:pt x="112" y="110"/>
                </a:lnTo>
              </a:path>
            </a:pathLst>
          </a:custGeom>
          <a:noFill/>
          <a:ln w="6014">
            <a:solidFill>
              <a:srgbClr val="A9B9B0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vg-element-117"/>
          <p:cNvSpPr/>
          <p:nvPr/>
        </p:nvSpPr>
        <p:spPr>
          <a:xfrm>
            <a:off x="5152209" y="5198986"/>
            <a:ext cx="748440" cy="735075"/>
          </a:xfrm>
          <a:custGeom>
            <a:avLst/>
            <a:gdLst/>
            <a:ahLst/>
            <a:cxnLst/>
            <a:rect l="l" t="t" r="r" b="b"/>
            <a:pathLst>
              <a:path w="112" h="110">
                <a:moveTo>
                  <a:pt x="112" y="0"/>
                </a:moveTo>
                <a:lnTo>
                  <a:pt x="0" y="110"/>
                </a:lnTo>
              </a:path>
            </a:pathLst>
          </a:custGeom>
          <a:noFill/>
          <a:ln w="6014">
            <a:solidFill>
              <a:srgbClr val="A9B9B0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vg-element-118"/>
          <p:cNvSpPr/>
          <p:nvPr/>
        </p:nvSpPr>
        <p:spPr>
          <a:xfrm>
            <a:off x="5402401" y="5445533"/>
            <a:ext cx="248054" cy="186040"/>
          </a:xfrm>
          <a:prstGeom prst="roundRect">
            <a:avLst>
              <a:gd name="adj" fmla="val 7183"/>
            </a:avLst>
          </a:prstGeom>
          <a:noFill/>
          <a:ln w="13365">
            <a:solidFill>
              <a:srgbClr val="A9B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vg-element-119"/>
          <p:cNvSpPr/>
          <p:nvPr/>
        </p:nvSpPr>
        <p:spPr>
          <a:xfrm>
            <a:off x="5566117" y="5485222"/>
            <a:ext cx="34727" cy="34727"/>
          </a:xfrm>
          <a:prstGeom prst="ellipse">
            <a:avLst/>
          </a:prstGeom>
          <a:solidFill>
            <a:srgbClr val="A9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vg-element-120"/>
          <p:cNvSpPr/>
          <p:nvPr/>
        </p:nvSpPr>
        <p:spPr>
          <a:xfrm>
            <a:off x="5432874" y="5533112"/>
            <a:ext cx="200475" cy="66825"/>
          </a:xfrm>
          <a:custGeom>
            <a:avLst/>
            <a:gdLst/>
            <a:ahLst/>
            <a:cxnLst/>
            <a:rect l="l" t="t" r="r" b="b"/>
            <a:pathLst>
              <a:path w="30" h="10">
                <a:moveTo>
                  <a:pt x="0" y="10"/>
                </a:moveTo>
                <a:lnTo>
                  <a:pt x="8" y="0"/>
                </a:lnTo>
                <a:lnTo>
                  <a:pt x="14" y="7"/>
                </a:lnTo>
                <a:lnTo>
                  <a:pt x="20" y="0"/>
                </a:lnTo>
                <a:lnTo>
                  <a:pt x="30" y="10"/>
                </a:lnTo>
                <a:close/>
              </a:path>
            </a:pathLst>
          </a:custGeom>
          <a:solidFill>
            <a:srgbClr val="A9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vg-element-121"/>
          <p:cNvSpPr/>
          <p:nvPr/>
        </p:nvSpPr>
        <p:spPr>
          <a:xfrm>
            <a:off x="6020934" y="5272493"/>
            <a:ext cx="775170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vg-element-122"/>
          <p:cNvSpPr/>
          <p:nvPr/>
        </p:nvSpPr>
        <p:spPr>
          <a:xfrm>
            <a:off x="6020934" y="5412826"/>
            <a:ext cx="701662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vg-element-123"/>
          <p:cNvSpPr/>
          <p:nvPr/>
        </p:nvSpPr>
        <p:spPr>
          <a:xfrm>
            <a:off x="6020934" y="5553159"/>
            <a:ext cx="641520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vg-element-124"/>
          <p:cNvSpPr/>
          <p:nvPr/>
        </p:nvSpPr>
        <p:spPr>
          <a:xfrm>
            <a:off x="6020934" y="5693491"/>
            <a:ext cx="581377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vg-element-125"/>
          <p:cNvSpPr/>
          <p:nvPr/>
        </p:nvSpPr>
        <p:spPr>
          <a:xfrm>
            <a:off x="4764624" y="6094442"/>
            <a:ext cx="2044846" cy="0"/>
          </a:xfrm>
          <a:custGeom>
            <a:avLst/>
            <a:gdLst/>
            <a:ahLst/>
            <a:cxnLst/>
            <a:rect l="l" t="t" r="r" b="b"/>
            <a:pathLst>
              <a:path w="306" h="0">
                <a:moveTo>
                  <a:pt x="0" y="0"/>
                </a:moveTo>
                <a:lnTo>
                  <a:pt x="306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-37"/>
          <p:cNvSpPr txBox="1"/>
          <p:nvPr/>
        </p:nvSpPr>
        <p:spPr>
          <a:xfrm>
            <a:off x="4764623" y="6361541"/>
            <a:ext cx="399880" cy="374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36" b="1">
                <a:solidFill>
                  <a:srgbClr val="E75B3C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28" name="svg-element-127"/>
          <p:cNvSpPr/>
          <p:nvPr/>
        </p:nvSpPr>
        <p:spPr>
          <a:xfrm>
            <a:off x="5132161" y="6381789"/>
            <a:ext cx="788535" cy="775170"/>
          </a:xfrm>
          <a:prstGeom prst="roundRect">
            <a:avLst>
              <a:gd name="adj" fmla="val 862"/>
            </a:avLst>
          </a:prstGeom>
          <a:solidFill>
            <a:srgbClr val="E9EFEC"/>
          </a:solidFill>
          <a:ln w="7684">
            <a:solidFill>
              <a:srgbClr val="A9B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vg-element-128"/>
          <p:cNvSpPr/>
          <p:nvPr/>
        </p:nvSpPr>
        <p:spPr>
          <a:xfrm>
            <a:off x="5152209" y="6401837"/>
            <a:ext cx="748440" cy="735075"/>
          </a:xfrm>
          <a:custGeom>
            <a:avLst/>
            <a:gdLst/>
            <a:ahLst/>
            <a:cxnLst/>
            <a:rect l="l" t="t" r="r" b="b"/>
            <a:pathLst>
              <a:path w="112" h="110">
                <a:moveTo>
                  <a:pt x="0" y="0"/>
                </a:moveTo>
                <a:lnTo>
                  <a:pt x="112" y="110"/>
                </a:lnTo>
              </a:path>
            </a:pathLst>
          </a:custGeom>
          <a:noFill/>
          <a:ln w="6014">
            <a:solidFill>
              <a:srgbClr val="A9B9B0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vg-element-129"/>
          <p:cNvSpPr/>
          <p:nvPr/>
        </p:nvSpPr>
        <p:spPr>
          <a:xfrm>
            <a:off x="5152209" y="6401837"/>
            <a:ext cx="748440" cy="735075"/>
          </a:xfrm>
          <a:custGeom>
            <a:avLst/>
            <a:gdLst/>
            <a:ahLst/>
            <a:cxnLst/>
            <a:rect l="l" t="t" r="r" b="b"/>
            <a:pathLst>
              <a:path w="112" h="110">
                <a:moveTo>
                  <a:pt x="112" y="0"/>
                </a:moveTo>
                <a:lnTo>
                  <a:pt x="0" y="110"/>
                </a:lnTo>
              </a:path>
            </a:pathLst>
          </a:custGeom>
          <a:noFill/>
          <a:ln w="6014">
            <a:solidFill>
              <a:srgbClr val="A9B9B0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vg-element-130"/>
          <p:cNvSpPr/>
          <p:nvPr/>
        </p:nvSpPr>
        <p:spPr>
          <a:xfrm>
            <a:off x="5402401" y="6648383"/>
            <a:ext cx="248054" cy="186040"/>
          </a:xfrm>
          <a:prstGeom prst="roundRect">
            <a:avLst>
              <a:gd name="adj" fmla="val 7183"/>
            </a:avLst>
          </a:prstGeom>
          <a:noFill/>
          <a:ln w="13365">
            <a:solidFill>
              <a:srgbClr val="A9B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vg-element-131"/>
          <p:cNvSpPr/>
          <p:nvPr/>
        </p:nvSpPr>
        <p:spPr>
          <a:xfrm>
            <a:off x="5566117" y="6688072"/>
            <a:ext cx="34727" cy="34727"/>
          </a:xfrm>
          <a:prstGeom prst="ellipse">
            <a:avLst/>
          </a:prstGeom>
          <a:solidFill>
            <a:srgbClr val="A9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vg-element-132"/>
          <p:cNvSpPr/>
          <p:nvPr/>
        </p:nvSpPr>
        <p:spPr>
          <a:xfrm>
            <a:off x="5432874" y="6735962"/>
            <a:ext cx="200475" cy="66825"/>
          </a:xfrm>
          <a:custGeom>
            <a:avLst/>
            <a:gdLst/>
            <a:ahLst/>
            <a:cxnLst/>
            <a:rect l="l" t="t" r="r" b="b"/>
            <a:pathLst>
              <a:path w="30" h="10">
                <a:moveTo>
                  <a:pt x="0" y="10"/>
                </a:moveTo>
                <a:lnTo>
                  <a:pt x="8" y="0"/>
                </a:lnTo>
                <a:lnTo>
                  <a:pt x="14" y="7"/>
                </a:lnTo>
                <a:lnTo>
                  <a:pt x="20" y="0"/>
                </a:lnTo>
                <a:lnTo>
                  <a:pt x="30" y="10"/>
                </a:lnTo>
                <a:close/>
              </a:path>
            </a:pathLst>
          </a:custGeom>
          <a:solidFill>
            <a:srgbClr val="A9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vg-element-133"/>
          <p:cNvSpPr/>
          <p:nvPr/>
        </p:nvSpPr>
        <p:spPr>
          <a:xfrm>
            <a:off x="6020934" y="6475344"/>
            <a:ext cx="775170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vg-element-134"/>
          <p:cNvSpPr/>
          <p:nvPr/>
        </p:nvSpPr>
        <p:spPr>
          <a:xfrm>
            <a:off x="6020934" y="6615676"/>
            <a:ext cx="701662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vg-element-135"/>
          <p:cNvSpPr/>
          <p:nvPr/>
        </p:nvSpPr>
        <p:spPr>
          <a:xfrm>
            <a:off x="6020934" y="6756009"/>
            <a:ext cx="641520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vg-element-136"/>
          <p:cNvSpPr/>
          <p:nvPr/>
        </p:nvSpPr>
        <p:spPr>
          <a:xfrm>
            <a:off x="6020934" y="6896341"/>
            <a:ext cx="581377" cy="53460"/>
          </a:xfrm>
          <a:prstGeom prst="roundRect">
            <a:avLst>
              <a:gd name="adj" fmla="val 50000"/>
            </a:avLst>
          </a:prstGeom>
          <a:solidFill>
            <a:srgbClr val="A5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vg-element-137"/>
          <p:cNvSpPr/>
          <p:nvPr/>
        </p:nvSpPr>
        <p:spPr>
          <a:xfrm>
            <a:off x="4764624" y="7297292"/>
            <a:ext cx="2044846" cy="0"/>
          </a:xfrm>
          <a:custGeom>
            <a:avLst/>
            <a:gdLst/>
            <a:ahLst/>
            <a:cxnLst/>
            <a:rect l="l" t="t" r="r" b="b"/>
            <a:pathLst>
              <a:path w="306" h="0">
                <a:moveTo>
                  <a:pt x="0" y="0"/>
                </a:moveTo>
                <a:lnTo>
                  <a:pt x="306" y="0"/>
                </a:lnTo>
              </a:path>
            </a:pathLst>
          </a:custGeom>
          <a:noFill/>
          <a:ln w="6682">
            <a:solidFill>
              <a:srgbClr val="D1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vg-element-138"/>
          <p:cNvSpPr/>
          <p:nvPr/>
        </p:nvSpPr>
        <p:spPr>
          <a:xfrm>
            <a:off x="4764623" y="7711607"/>
            <a:ext cx="2051528" cy="1944608"/>
          </a:xfrm>
          <a:prstGeom prst="rect">
            <a:avLst/>
          </a:prstGeom>
          <a:solidFill>
            <a:srgbClr val="F0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-38"/>
          <p:cNvSpPr txBox="1"/>
          <p:nvPr/>
        </p:nvSpPr>
        <p:spPr>
          <a:xfrm>
            <a:off x="4918321" y="7812312"/>
            <a:ext cx="840391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92934"/>
                </a:solidFill>
                <a:latin typeface="Georgia"/>
              </a:defRPr>
            </a:pPr>
            <a:r>
              <a:rPr>
                <a:ea typeface="SimSun"/>
              </a:rPr>
              <a:t>出行备忘</a:t>
            </a:r>
          </a:p>
        </p:txBody>
      </p:sp>
      <p:sp>
        <p:nvSpPr>
          <p:cNvPr id="141" name="text-39"/>
          <p:cNvSpPr txBox="1"/>
          <p:nvPr/>
        </p:nvSpPr>
        <p:spPr>
          <a:xfrm>
            <a:off x="4918321" y="8066314"/>
            <a:ext cx="1200003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1">
                <a:solidFill>
                  <a:srgbClr val="E75B3C"/>
                </a:solidFill>
                <a:latin typeface="Microsoft YaHei"/>
              </a:defRPr>
            </a:pPr>
            <a:r>
              <a:rPr spc="89">
                <a:ea typeface="Microsoft YaHei"/>
              </a:rPr>
              <a:t>ESSENTIAL NOTES</a:t>
            </a:r>
          </a:p>
        </p:txBody>
      </p:sp>
      <p:sp>
        <p:nvSpPr>
          <p:cNvPr id="142" name="svg-element-141"/>
          <p:cNvSpPr/>
          <p:nvPr/>
        </p:nvSpPr>
        <p:spPr>
          <a:xfrm>
            <a:off x="4945051" y="8292984"/>
            <a:ext cx="53460" cy="53460"/>
          </a:xfrm>
          <a:prstGeom prst="ellipse">
            <a:avLst/>
          </a:prstGeom>
          <a:solidFill>
            <a:srgbClr val="E7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-40"/>
          <p:cNvSpPr txBox="1"/>
          <p:nvPr/>
        </p:nvSpPr>
        <p:spPr>
          <a:xfrm>
            <a:off x="5072018" y="8249749"/>
            <a:ext cx="1071338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0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航班与出发时间</a:t>
            </a:r>
          </a:p>
        </p:txBody>
      </p:sp>
      <p:sp>
        <p:nvSpPr>
          <p:cNvPr id="144" name="svg-element-143"/>
          <p:cNvSpPr/>
          <p:nvPr/>
        </p:nvSpPr>
        <p:spPr>
          <a:xfrm>
            <a:off x="4918321" y="8426635"/>
            <a:ext cx="1730768" cy="0"/>
          </a:xfrm>
          <a:custGeom>
            <a:avLst/>
            <a:gdLst/>
            <a:ahLst/>
            <a:cxnLst/>
            <a:rect l="l" t="t" r="r" b="b"/>
            <a:pathLst>
              <a:path w="259" h="0">
                <a:moveTo>
                  <a:pt x="0" y="0"/>
                </a:moveTo>
                <a:lnTo>
                  <a:pt x="259" y="0"/>
                </a:lnTo>
              </a:path>
            </a:pathLst>
          </a:custGeom>
          <a:noFill/>
          <a:ln w="5346">
            <a:solidFill>
              <a:srgbClr val="D3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vg-element-144"/>
          <p:cNvSpPr/>
          <p:nvPr/>
        </p:nvSpPr>
        <p:spPr>
          <a:xfrm>
            <a:off x="4945051" y="8587014"/>
            <a:ext cx="53460" cy="53460"/>
          </a:xfrm>
          <a:prstGeom prst="ellipse">
            <a:avLst/>
          </a:prstGeom>
          <a:solidFill>
            <a:srgbClr val="E7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-41"/>
          <p:cNvSpPr txBox="1"/>
          <p:nvPr/>
        </p:nvSpPr>
        <p:spPr>
          <a:xfrm>
            <a:off x="5072018" y="8543779"/>
            <a:ext cx="1071338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0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行李及住宿安排</a:t>
            </a:r>
          </a:p>
        </p:txBody>
      </p:sp>
      <p:sp>
        <p:nvSpPr>
          <p:cNvPr id="147" name="svg-element-146"/>
          <p:cNvSpPr/>
          <p:nvPr/>
        </p:nvSpPr>
        <p:spPr>
          <a:xfrm>
            <a:off x="4918321" y="8720665"/>
            <a:ext cx="1730768" cy="0"/>
          </a:xfrm>
          <a:custGeom>
            <a:avLst/>
            <a:gdLst/>
            <a:ahLst/>
            <a:cxnLst/>
            <a:rect l="l" t="t" r="r" b="b"/>
            <a:pathLst>
              <a:path w="259" h="0">
                <a:moveTo>
                  <a:pt x="0" y="0"/>
                </a:moveTo>
                <a:lnTo>
                  <a:pt x="259" y="0"/>
                </a:lnTo>
              </a:path>
            </a:pathLst>
          </a:custGeom>
          <a:noFill/>
          <a:ln w="5346">
            <a:solidFill>
              <a:srgbClr val="D3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vg-element-147"/>
          <p:cNvSpPr/>
          <p:nvPr/>
        </p:nvSpPr>
        <p:spPr>
          <a:xfrm>
            <a:off x="4945051" y="8881044"/>
            <a:ext cx="53460" cy="53460"/>
          </a:xfrm>
          <a:prstGeom prst="ellipse">
            <a:avLst/>
          </a:prstGeom>
          <a:solidFill>
            <a:srgbClr val="E7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-42"/>
          <p:cNvSpPr txBox="1"/>
          <p:nvPr/>
        </p:nvSpPr>
        <p:spPr>
          <a:xfrm>
            <a:off x="5072018" y="8837809"/>
            <a:ext cx="1218888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0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包含 / 不包含项目</a:t>
            </a:r>
          </a:p>
        </p:txBody>
      </p:sp>
      <p:sp>
        <p:nvSpPr>
          <p:cNvPr id="150" name="svg-element-149"/>
          <p:cNvSpPr/>
          <p:nvPr/>
        </p:nvSpPr>
        <p:spPr>
          <a:xfrm>
            <a:off x="4918321" y="9014695"/>
            <a:ext cx="1730768" cy="0"/>
          </a:xfrm>
          <a:custGeom>
            <a:avLst/>
            <a:gdLst/>
            <a:ahLst/>
            <a:cxnLst/>
            <a:rect l="l" t="t" r="r" b="b"/>
            <a:pathLst>
              <a:path w="259" h="0">
                <a:moveTo>
                  <a:pt x="0" y="0"/>
                </a:moveTo>
                <a:lnTo>
                  <a:pt x="259" y="0"/>
                </a:lnTo>
              </a:path>
            </a:pathLst>
          </a:custGeom>
          <a:noFill/>
          <a:ln w="5346">
            <a:solidFill>
              <a:srgbClr val="D3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vg-element-150"/>
          <p:cNvSpPr/>
          <p:nvPr/>
        </p:nvSpPr>
        <p:spPr>
          <a:xfrm>
            <a:off x="4945051" y="9175075"/>
            <a:ext cx="53460" cy="53460"/>
          </a:xfrm>
          <a:prstGeom prst="ellipse">
            <a:avLst/>
          </a:prstGeom>
          <a:solidFill>
            <a:srgbClr val="E7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-43"/>
          <p:cNvSpPr txBox="1"/>
          <p:nvPr/>
        </p:nvSpPr>
        <p:spPr>
          <a:xfrm>
            <a:off x="5072018" y="9131839"/>
            <a:ext cx="1071338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0">
                <a:solidFill>
                  <a:srgbClr val="192934"/>
                </a:solidFill>
                <a:latin typeface="Microsoft YaHei"/>
              </a:defRPr>
            </a:pPr>
            <a:r>
              <a:rPr>
                <a:ea typeface="Microsoft YaHei"/>
              </a:rPr>
              <a:t>联系方式与其他</a:t>
            </a:r>
          </a:p>
        </p:txBody>
      </p:sp>
      <p:sp>
        <p:nvSpPr>
          <p:cNvPr id="153" name="svg-element-152"/>
          <p:cNvSpPr/>
          <p:nvPr/>
        </p:nvSpPr>
        <p:spPr>
          <a:xfrm>
            <a:off x="4918321" y="9308725"/>
            <a:ext cx="1730768" cy="0"/>
          </a:xfrm>
          <a:custGeom>
            <a:avLst/>
            <a:gdLst/>
            <a:ahLst/>
            <a:cxnLst/>
            <a:rect l="l" t="t" r="r" b="b"/>
            <a:pathLst>
              <a:path w="259" h="0">
                <a:moveTo>
                  <a:pt x="0" y="0"/>
                </a:moveTo>
                <a:lnTo>
                  <a:pt x="259" y="0"/>
                </a:lnTo>
              </a:path>
            </a:pathLst>
          </a:custGeom>
          <a:noFill/>
          <a:ln w="5346">
            <a:solidFill>
              <a:srgbClr val="D3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vg-element-153"/>
          <p:cNvSpPr/>
          <p:nvPr/>
        </p:nvSpPr>
        <p:spPr>
          <a:xfrm>
            <a:off x="414315" y="10043800"/>
            <a:ext cx="6395154" cy="0"/>
          </a:xfrm>
          <a:custGeom>
            <a:avLst/>
            <a:gdLst/>
            <a:ahLst/>
            <a:cxnLst/>
            <a:rect l="l" t="t" r="r" b="b"/>
            <a:pathLst>
              <a:path w="957" h="0">
                <a:moveTo>
                  <a:pt x="0" y="0"/>
                </a:moveTo>
                <a:lnTo>
                  <a:pt x="957" y="0"/>
                </a:lnTo>
              </a:path>
            </a:pathLst>
          </a:custGeom>
          <a:noFill/>
          <a:ln w="8687">
            <a:solidFill>
              <a:srgbClr val="1929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-44"/>
          <p:cNvSpPr txBox="1"/>
          <p:nvPr/>
        </p:nvSpPr>
        <p:spPr>
          <a:xfrm>
            <a:off x="414315" y="10167025"/>
            <a:ext cx="2275258" cy="1817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41" b="1">
                <a:solidFill>
                  <a:srgbClr val="192934"/>
                </a:solidFill>
                <a:latin typeface="Microsoft YaHei"/>
              </a:defRPr>
            </a:pPr>
            <a:r>
              <a:rPr spc="105">
                <a:ea typeface="Microsoft YaHei"/>
              </a:rPr>
              <a:t>T R A V E L   J O U R N A L</a:t>
            </a:r>
          </a:p>
        </p:txBody>
      </p:sp>
      <p:sp>
        <p:nvSpPr>
          <p:cNvPr id="156" name="text-45"/>
          <p:cNvSpPr txBox="1"/>
          <p:nvPr/>
        </p:nvSpPr>
        <p:spPr>
          <a:xfrm>
            <a:off x="5507183" y="10179187"/>
            <a:ext cx="1302285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A8B8C"/>
                </a:solidFill>
                <a:latin typeface="Microsoft YaHei"/>
              </a:defRPr>
            </a:pPr>
            <a:r>
              <a:rPr>
                <a:ea typeface="Microsoft YaHei"/>
              </a:rPr>
              <a:t>可编辑空白模板   /  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