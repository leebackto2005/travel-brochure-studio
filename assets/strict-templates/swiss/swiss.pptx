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17102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-element-1"/>
          <p:cNvSpPr/>
          <p:nvPr/>
        </p:nvSpPr>
        <p:spPr>
          <a:xfrm>
            <a:off x="0" y="0"/>
            <a:ext cx="7217102" cy="106920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vg-element-2"/>
          <p:cNvSpPr/>
          <p:nvPr/>
        </p:nvSpPr>
        <p:spPr>
          <a:xfrm>
            <a:off x="0" y="0"/>
            <a:ext cx="7217102" cy="147015"/>
          </a:xfrm>
          <a:prstGeom prst="rect">
            <a:avLst/>
          </a:prstGeom>
          <a:solidFill>
            <a:srgbClr val="16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-01"/>
          <p:cNvSpPr txBox="1"/>
          <p:nvPr/>
        </p:nvSpPr>
        <p:spPr>
          <a:xfrm>
            <a:off x="307395" y="113803"/>
            <a:ext cx="1355745" cy="7611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525" b="1">
                <a:solidFill>
                  <a:srgbClr val="161B1E"/>
                </a:solidFill>
                <a:latin typeface="Microsoft YaHei"/>
              </a:defRPr>
            </a:pPr>
            <a:r>
              <a:rPr spc="-53">
                <a:ea typeface="Microsoft YaHei"/>
              </a:rPr>
              <a:t>TRIP</a:t>
            </a:r>
          </a:p>
        </p:txBody>
      </p:sp>
      <p:sp>
        <p:nvSpPr>
          <p:cNvPr id="5" name="text-02"/>
          <p:cNvSpPr txBox="1"/>
          <p:nvPr/>
        </p:nvSpPr>
        <p:spPr>
          <a:xfrm>
            <a:off x="1563705" y="381370"/>
            <a:ext cx="1497702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63EF5"/>
                </a:solidFill>
                <a:latin typeface="Microsoft YaHei"/>
              </a:defRPr>
            </a:pPr>
            <a:r>
              <a:rPr spc="84">
                <a:ea typeface="Microsoft YaHei"/>
              </a:rPr>
              <a:t>/  ITINERARY</a:t>
            </a:r>
          </a:p>
        </p:txBody>
      </p:sp>
      <p:sp>
        <p:nvSpPr>
          <p:cNvPr id="6" name="svg-element-5"/>
          <p:cNvSpPr/>
          <p:nvPr/>
        </p:nvSpPr>
        <p:spPr>
          <a:xfrm>
            <a:off x="307395" y="755122"/>
            <a:ext cx="3274425" cy="80190"/>
          </a:xfrm>
          <a:prstGeom prst="rect">
            <a:avLst/>
          </a:prstGeom>
          <a:solidFill>
            <a:srgbClr val="FF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03"/>
          <p:cNvSpPr txBox="1"/>
          <p:nvPr/>
        </p:nvSpPr>
        <p:spPr>
          <a:xfrm>
            <a:off x="300712" y="933345"/>
            <a:ext cx="3286721" cy="715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14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五日旅行计划</a:t>
            </a:r>
          </a:p>
        </p:txBody>
      </p:sp>
      <p:sp>
        <p:nvSpPr>
          <p:cNvPr id="8" name="text-04"/>
          <p:cNvSpPr txBox="1"/>
          <p:nvPr/>
        </p:nvSpPr>
        <p:spPr>
          <a:xfrm>
            <a:off x="307395" y="1448164"/>
            <a:ext cx="2328718" cy="2158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99" b="0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旅行地 / 日期 / 团号 / 旅程简介</a:t>
            </a:r>
          </a:p>
        </p:txBody>
      </p:sp>
      <p:sp>
        <p:nvSpPr>
          <p:cNvPr id="9" name="svg-element-8"/>
          <p:cNvSpPr/>
          <p:nvPr/>
        </p:nvSpPr>
        <p:spPr>
          <a:xfrm>
            <a:off x="4356991" y="287347"/>
            <a:ext cx="2546033" cy="1436737"/>
          </a:xfrm>
          <a:prstGeom prst="rect">
            <a:avLst/>
          </a:prstGeom>
          <a:solidFill>
            <a:srgbClr val="EAF0FF"/>
          </a:solidFill>
          <a:ln w="7684">
            <a:solidFill>
              <a:srgbClr val="9AB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vg-element-9"/>
          <p:cNvSpPr/>
          <p:nvPr/>
        </p:nvSpPr>
        <p:spPr>
          <a:xfrm>
            <a:off x="4377039" y="307395"/>
            <a:ext cx="2505938" cy="1396643"/>
          </a:xfrm>
          <a:custGeom>
            <a:avLst/>
            <a:gdLst/>
            <a:ahLst/>
            <a:cxnLst/>
            <a:rect l="l" t="t" r="r" b="b"/>
            <a:pathLst>
              <a:path w="375" h="209">
                <a:moveTo>
                  <a:pt x="0" y="0"/>
                </a:moveTo>
                <a:lnTo>
                  <a:pt x="375" y="209"/>
                </a:lnTo>
              </a:path>
            </a:pathLst>
          </a:custGeom>
          <a:noFill/>
          <a:ln w="6014">
            <a:solidFill>
              <a:srgbClr val="9AB0E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vg-element-10"/>
          <p:cNvSpPr/>
          <p:nvPr/>
        </p:nvSpPr>
        <p:spPr>
          <a:xfrm>
            <a:off x="4377039" y="307395"/>
            <a:ext cx="2505938" cy="1396643"/>
          </a:xfrm>
          <a:custGeom>
            <a:avLst/>
            <a:gdLst/>
            <a:ahLst/>
            <a:cxnLst/>
            <a:rect l="l" t="t" r="r" b="b"/>
            <a:pathLst>
              <a:path w="375" h="209">
                <a:moveTo>
                  <a:pt x="375" y="0"/>
                </a:moveTo>
                <a:lnTo>
                  <a:pt x="0" y="209"/>
                </a:lnTo>
              </a:path>
            </a:pathLst>
          </a:custGeom>
          <a:noFill/>
          <a:ln w="6014">
            <a:solidFill>
              <a:srgbClr val="9AB0EA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vg-element-11"/>
          <p:cNvSpPr/>
          <p:nvPr/>
        </p:nvSpPr>
        <p:spPr>
          <a:xfrm>
            <a:off x="5466286" y="854558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9AB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vg-element-12"/>
          <p:cNvSpPr/>
          <p:nvPr/>
        </p:nvSpPr>
        <p:spPr>
          <a:xfrm>
            <a:off x="5682398" y="906949"/>
            <a:ext cx="45841" cy="45841"/>
          </a:xfrm>
          <a:prstGeom prst="ellipse">
            <a:avLst/>
          </a:prstGeom>
          <a:solidFill>
            <a:srgbClr val="9AB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vg-element-13"/>
          <p:cNvSpPr/>
          <p:nvPr/>
        </p:nvSpPr>
        <p:spPr>
          <a:xfrm>
            <a:off x="5499699" y="968963"/>
            <a:ext cx="273983" cy="93555"/>
          </a:xfrm>
          <a:custGeom>
            <a:avLst/>
            <a:gdLst/>
            <a:ahLst/>
            <a:cxnLst/>
            <a:rect l="l" t="t" r="r" b="b"/>
            <a:pathLst>
              <a:path w="41" h="14">
                <a:moveTo>
                  <a:pt x="0" y="14"/>
                </a:moveTo>
                <a:lnTo>
                  <a:pt x="12" y="0"/>
                </a:lnTo>
                <a:lnTo>
                  <a:pt x="19" y="9"/>
                </a:lnTo>
                <a:lnTo>
                  <a:pt x="27" y="0"/>
                </a:lnTo>
                <a:lnTo>
                  <a:pt x="41" y="14"/>
                </a:lnTo>
                <a:close/>
              </a:path>
            </a:pathLst>
          </a:custGeom>
          <a:solidFill>
            <a:srgbClr val="9AB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vg-element-14"/>
          <p:cNvSpPr/>
          <p:nvPr/>
        </p:nvSpPr>
        <p:spPr>
          <a:xfrm>
            <a:off x="4417133" y="1523610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-05"/>
          <p:cNvSpPr txBox="1"/>
          <p:nvPr/>
        </p:nvSpPr>
        <p:spPr>
          <a:xfrm>
            <a:off x="4470593" y="1564240"/>
            <a:ext cx="66931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9AB0EA"/>
                </a:solidFill>
                <a:latin typeface="Microsoft YaHei"/>
              </a:defRPr>
            </a:pPr>
            <a:r>
              <a:rPr>
                <a:ea typeface="Microsoft YaHei"/>
              </a:rPr>
              <a:t>封面主图占位</a:t>
            </a:r>
          </a:p>
        </p:txBody>
      </p:sp>
      <p:sp>
        <p:nvSpPr>
          <p:cNvPr id="17" name="svg-element-16"/>
          <p:cNvSpPr/>
          <p:nvPr/>
        </p:nvSpPr>
        <p:spPr>
          <a:xfrm>
            <a:off x="314077" y="1877783"/>
            <a:ext cx="6588946" cy="514552"/>
          </a:xfrm>
          <a:prstGeom prst="rect">
            <a:avLst/>
          </a:prstGeom>
          <a:solidFill>
            <a:srgbClr val="16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06"/>
          <p:cNvSpPr txBox="1"/>
          <p:nvPr/>
        </p:nvSpPr>
        <p:spPr>
          <a:xfrm>
            <a:off x="461092" y="1892150"/>
            <a:ext cx="421264" cy="397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41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19" name="text-07"/>
          <p:cNvSpPr txBox="1"/>
          <p:nvPr/>
        </p:nvSpPr>
        <p:spPr>
          <a:xfrm>
            <a:off x="948915" y="1982765"/>
            <a:ext cx="1774605" cy="2158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99" b="1">
                <a:solidFill>
                  <a:srgbClr val="FFFFFF"/>
                </a:solidFill>
                <a:latin typeface="Microsoft YaHei"/>
              </a:defRPr>
            </a:pPr>
            <a:r>
              <a:rPr spc="79">
                <a:ea typeface="Microsoft YaHei"/>
              </a:rPr>
              <a:t>DAYS / 04 NIGHTS</a:t>
            </a:r>
          </a:p>
        </p:txBody>
      </p:sp>
      <p:sp>
        <p:nvSpPr>
          <p:cNvPr id="20" name="svg-element-19"/>
          <p:cNvSpPr/>
          <p:nvPr/>
        </p:nvSpPr>
        <p:spPr>
          <a:xfrm>
            <a:off x="3160823" y="1964656"/>
            <a:ext cx="0" cy="320760"/>
          </a:xfrm>
          <a:custGeom>
            <a:avLst/>
            <a:gdLst/>
            <a:ahLst/>
            <a:cxnLst/>
            <a:rect l="l" t="t" r="r" b="b"/>
            <a:pathLst>
              <a:path w="0" h="48">
                <a:moveTo>
                  <a:pt x="0" y="0"/>
                </a:moveTo>
                <a:lnTo>
                  <a:pt x="0" y="48"/>
                </a:lnTo>
              </a:path>
            </a:pathLst>
          </a:custGeom>
          <a:noFill/>
          <a:ln w="6682">
            <a:solidFill>
              <a:srgbClr val="AA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08"/>
          <p:cNvSpPr txBox="1"/>
          <p:nvPr/>
        </p:nvSpPr>
        <p:spPr>
          <a:xfrm>
            <a:off x="3341250" y="2019251"/>
            <a:ext cx="803904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C4D2FF"/>
                </a:solidFill>
                <a:latin typeface="Microsoft YaHei"/>
              </a:defRPr>
            </a:pPr>
            <a:r>
              <a:rPr spc="53">
                <a:ea typeface="Microsoft YaHei"/>
              </a:rPr>
              <a:t>DEPARTURE</a:t>
            </a:r>
          </a:p>
        </p:txBody>
      </p:sp>
      <p:sp>
        <p:nvSpPr>
          <p:cNvPr id="22" name="text-09"/>
          <p:cNvSpPr txBox="1"/>
          <p:nvPr/>
        </p:nvSpPr>
        <p:spPr>
          <a:xfrm>
            <a:off x="3341250" y="2149226"/>
            <a:ext cx="669319" cy="2044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47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出发城市</a:t>
            </a:r>
          </a:p>
        </p:txBody>
      </p:sp>
      <p:sp>
        <p:nvSpPr>
          <p:cNvPr id="23" name="svg-element-22"/>
          <p:cNvSpPr/>
          <p:nvPr/>
        </p:nvSpPr>
        <p:spPr>
          <a:xfrm>
            <a:off x="4951734" y="1964656"/>
            <a:ext cx="0" cy="320760"/>
          </a:xfrm>
          <a:custGeom>
            <a:avLst/>
            <a:gdLst/>
            <a:ahLst/>
            <a:cxnLst/>
            <a:rect l="l" t="t" r="r" b="b"/>
            <a:pathLst>
              <a:path w="0" h="48">
                <a:moveTo>
                  <a:pt x="0" y="0"/>
                </a:moveTo>
                <a:lnTo>
                  <a:pt x="0" y="48"/>
                </a:lnTo>
              </a:path>
            </a:pathLst>
          </a:custGeom>
          <a:noFill/>
          <a:ln w="6682">
            <a:solidFill>
              <a:srgbClr val="AA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10"/>
          <p:cNvSpPr txBox="1"/>
          <p:nvPr/>
        </p:nvSpPr>
        <p:spPr>
          <a:xfrm>
            <a:off x="5125478" y="2019251"/>
            <a:ext cx="600790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C4D2FF"/>
                </a:solidFill>
                <a:latin typeface="Microsoft YaHei"/>
              </a:defRPr>
            </a:pPr>
            <a:r>
              <a:rPr spc="53">
                <a:ea typeface="Microsoft YaHei"/>
              </a:rPr>
              <a:t>ARRIVAL</a:t>
            </a:r>
          </a:p>
        </p:txBody>
      </p:sp>
      <p:sp>
        <p:nvSpPr>
          <p:cNvPr id="25" name="text-11"/>
          <p:cNvSpPr txBox="1"/>
          <p:nvPr/>
        </p:nvSpPr>
        <p:spPr>
          <a:xfrm>
            <a:off x="5125478" y="2149226"/>
            <a:ext cx="669319" cy="2044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47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目的城市</a:t>
            </a:r>
          </a:p>
        </p:txBody>
      </p:sp>
      <p:sp>
        <p:nvSpPr>
          <p:cNvPr id="26" name="text-12"/>
          <p:cNvSpPr txBox="1"/>
          <p:nvPr/>
        </p:nvSpPr>
        <p:spPr>
          <a:xfrm>
            <a:off x="300712" y="2588400"/>
            <a:ext cx="2201784" cy="2953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68" b="1">
                <a:solidFill>
                  <a:srgbClr val="161B1E"/>
                </a:solidFill>
                <a:latin typeface="Microsoft YaHei"/>
              </a:defRPr>
            </a:pPr>
            <a:r>
              <a:rPr spc="79">
                <a:ea typeface="Microsoft YaHei"/>
              </a:rPr>
              <a:t>01 / DAY-BY-DAY</a:t>
            </a:r>
          </a:p>
        </p:txBody>
      </p:sp>
      <p:sp>
        <p:nvSpPr>
          <p:cNvPr id="27" name="text-13"/>
          <p:cNvSpPr txBox="1"/>
          <p:nvPr/>
        </p:nvSpPr>
        <p:spPr>
          <a:xfrm>
            <a:off x="6240387" y="2637048"/>
            <a:ext cx="669319" cy="2044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947" b="1">
                <a:solidFill>
                  <a:srgbClr val="163EF5"/>
                </a:solidFill>
                <a:latin typeface="Microsoft YaHei"/>
              </a:defRPr>
            </a:pPr>
            <a:r>
              <a:rPr>
                <a:ea typeface="Microsoft YaHei"/>
              </a:rPr>
              <a:t>五天行程</a:t>
            </a:r>
          </a:p>
        </p:txBody>
      </p:sp>
      <p:sp>
        <p:nvSpPr>
          <p:cNvPr id="28" name="svg-element-27"/>
          <p:cNvSpPr/>
          <p:nvPr/>
        </p:nvSpPr>
        <p:spPr>
          <a:xfrm>
            <a:off x="307395" y="2880158"/>
            <a:ext cx="6595629" cy="0"/>
          </a:xfrm>
          <a:custGeom>
            <a:avLst/>
            <a:gdLst/>
            <a:ahLst/>
            <a:cxnLst/>
            <a:rect l="l" t="t" r="r" b="b"/>
            <a:pathLst>
              <a:path w="987" h="0">
                <a:moveTo>
                  <a:pt x="0" y="0"/>
                </a:moveTo>
                <a:lnTo>
                  <a:pt x="987" y="0"/>
                </a:lnTo>
              </a:path>
            </a:pathLst>
          </a:custGeom>
          <a:noFill/>
          <a:ln w="13365">
            <a:solidFill>
              <a:srgbClr val="16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vg-element-28"/>
          <p:cNvSpPr/>
          <p:nvPr/>
        </p:nvSpPr>
        <p:spPr>
          <a:xfrm>
            <a:off x="307395" y="3013808"/>
            <a:ext cx="761805" cy="1162755"/>
          </a:xfrm>
          <a:prstGeom prst="rect">
            <a:avLst/>
          </a:prstGeom>
          <a:solidFill>
            <a:srgbClr val="16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-14"/>
          <p:cNvSpPr txBox="1"/>
          <p:nvPr/>
        </p:nvSpPr>
        <p:spPr>
          <a:xfrm>
            <a:off x="407632" y="3073082"/>
            <a:ext cx="506800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31" name="text-15"/>
          <p:cNvSpPr txBox="1"/>
          <p:nvPr/>
        </p:nvSpPr>
        <p:spPr>
          <a:xfrm>
            <a:off x="407632" y="3409813"/>
            <a:ext cx="338094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FFE44D"/>
                </a:solidFill>
                <a:latin typeface="Microsoft YaHei"/>
              </a:defRPr>
            </a:pPr>
            <a:r>
              <a:rPr spc="74">
                <a:ea typeface="Microsoft YaHei"/>
              </a:rPr>
              <a:t>DAY</a:t>
            </a:r>
          </a:p>
        </p:txBody>
      </p:sp>
      <p:sp>
        <p:nvSpPr>
          <p:cNvPr id="32" name="text-16"/>
          <p:cNvSpPr txBox="1"/>
          <p:nvPr/>
        </p:nvSpPr>
        <p:spPr>
          <a:xfrm>
            <a:off x="407632" y="3826467"/>
            <a:ext cx="301514" cy="3294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25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33" name="svg-element-32"/>
          <p:cNvSpPr/>
          <p:nvPr/>
        </p:nvSpPr>
        <p:spPr>
          <a:xfrm>
            <a:off x="1169437" y="3013808"/>
            <a:ext cx="1650577" cy="1162755"/>
          </a:xfrm>
          <a:prstGeom prst="rect">
            <a:avLst/>
          </a:prstGeom>
          <a:solidFill>
            <a:srgbClr val="EAF0FF"/>
          </a:solidFill>
          <a:ln w="7684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vg-element-33"/>
          <p:cNvSpPr/>
          <p:nvPr/>
        </p:nvSpPr>
        <p:spPr>
          <a:xfrm>
            <a:off x="1189485" y="3033856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0" y="0"/>
                </a:moveTo>
                <a:lnTo>
                  <a:pt x="241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vg-element-34"/>
          <p:cNvSpPr/>
          <p:nvPr/>
        </p:nvSpPr>
        <p:spPr>
          <a:xfrm>
            <a:off x="1189485" y="3033856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241" y="0"/>
                </a:moveTo>
                <a:lnTo>
                  <a:pt x="0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vg-element-35"/>
          <p:cNvSpPr/>
          <p:nvPr/>
        </p:nvSpPr>
        <p:spPr>
          <a:xfrm>
            <a:off x="1831005" y="3444027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vg-element-36"/>
          <p:cNvSpPr/>
          <p:nvPr/>
        </p:nvSpPr>
        <p:spPr>
          <a:xfrm>
            <a:off x="2047117" y="3496418"/>
            <a:ext cx="45841" cy="45841"/>
          </a:xfrm>
          <a:prstGeom prst="ellipse">
            <a:avLst/>
          </a:pr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vg-element-37"/>
          <p:cNvSpPr/>
          <p:nvPr/>
        </p:nvSpPr>
        <p:spPr>
          <a:xfrm>
            <a:off x="1864418" y="3561773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2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vg-element-38"/>
          <p:cNvSpPr/>
          <p:nvPr/>
        </p:nvSpPr>
        <p:spPr>
          <a:xfrm>
            <a:off x="1229580" y="3976088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-17"/>
          <p:cNvSpPr txBox="1"/>
          <p:nvPr/>
        </p:nvSpPr>
        <p:spPr>
          <a:xfrm>
            <a:off x="1283040" y="4016718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7BBE7"/>
                </a:solidFill>
                <a:latin typeface="Microsoft YaHei"/>
              </a:defRPr>
            </a:pPr>
            <a:r>
              <a:rPr>
                <a:ea typeface="Microsoft YaHei"/>
              </a:rPr>
              <a:t>景点图片</a:t>
            </a:r>
          </a:p>
        </p:txBody>
      </p:sp>
      <p:sp>
        <p:nvSpPr>
          <p:cNvPr id="41" name="text-18"/>
          <p:cNvSpPr txBox="1"/>
          <p:nvPr/>
        </p:nvSpPr>
        <p:spPr>
          <a:xfrm>
            <a:off x="2987078" y="3101148"/>
            <a:ext cx="2424946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填写今日目的地 / 行程标题</a:t>
            </a:r>
          </a:p>
        </p:txBody>
      </p:sp>
      <p:sp>
        <p:nvSpPr>
          <p:cNvPr id="42" name="svg-element-41"/>
          <p:cNvSpPr/>
          <p:nvPr/>
        </p:nvSpPr>
        <p:spPr>
          <a:xfrm>
            <a:off x="2987078" y="3327885"/>
            <a:ext cx="1877783" cy="26730"/>
          </a:xfrm>
          <a:prstGeom prst="rect">
            <a:avLst/>
          </a:prstGeom>
          <a:solidFill>
            <a:srgbClr val="FF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vg-element-42"/>
          <p:cNvSpPr/>
          <p:nvPr/>
        </p:nvSpPr>
        <p:spPr>
          <a:xfrm>
            <a:off x="2987078" y="3494948"/>
            <a:ext cx="2258685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vg-element-43"/>
          <p:cNvSpPr/>
          <p:nvPr/>
        </p:nvSpPr>
        <p:spPr>
          <a:xfrm>
            <a:off x="2987078" y="3628598"/>
            <a:ext cx="1998068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vg-element-44"/>
          <p:cNvSpPr/>
          <p:nvPr/>
        </p:nvSpPr>
        <p:spPr>
          <a:xfrm>
            <a:off x="2987078" y="3762248"/>
            <a:ext cx="221859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vg-element-45"/>
          <p:cNvSpPr/>
          <p:nvPr/>
        </p:nvSpPr>
        <p:spPr>
          <a:xfrm>
            <a:off x="2987078" y="3895898"/>
            <a:ext cx="163053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-19"/>
          <p:cNvSpPr txBox="1"/>
          <p:nvPr/>
        </p:nvSpPr>
        <p:spPr>
          <a:xfrm>
            <a:off x="2987078" y="4031286"/>
            <a:ext cx="117398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163EF5"/>
                </a:solidFill>
                <a:latin typeface="Microsoft YaHei"/>
              </a:defRPr>
            </a:pPr>
            <a:r>
              <a:rPr>
                <a:ea typeface="Microsoft YaHei"/>
              </a:rPr>
              <a:t>交通  /  用餐  /  酒店</a:t>
            </a:r>
          </a:p>
        </p:txBody>
      </p:sp>
      <p:sp>
        <p:nvSpPr>
          <p:cNvPr id="48" name="svg-element-47"/>
          <p:cNvSpPr/>
          <p:nvPr/>
        </p:nvSpPr>
        <p:spPr>
          <a:xfrm>
            <a:off x="5379414" y="3013808"/>
            <a:ext cx="0" cy="1162755"/>
          </a:xfrm>
          <a:custGeom>
            <a:avLst/>
            <a:gdLst/>
            <a:ahLst/>
            <a:cxnLst/>
            <a:rect l="l" t="t" r="r" b="b"/>
            <a:pathLst>
              <a:path w="0" h="174">
                <a:moveTo>
                  <a:pt x="0" y="0"/>
                </a:moveTo>
                <a:lnTo>
                  <a:pt x="0" y="174"/>
                </a:lnTo>
              </a:path>
            </a:pathLst>
          </a:custGeom>
          <a:noFill/>
          <a:ln w="6682">
            <a:solidFill>
              <a:srgbClr val="16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-20"/>
          <p:cNvSpPr txBox="1"/>
          <p:nvPr/>
        </p:nvSpPr>
        <p:spPr>
          <a:xfrm>
            <a:off x="5519746" y="3096337"/>
            <a:ext cx="40629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161B1E"/>
                </a:solidFill>
                <a:latin typeface="Microsoft YaHei"/>
              </a:defRPr>
            </a:pPr>
            <a:r>
              <a:rPr spc="53">
                <a:ea typeface="Microsoft YaHei"/>
              </a:rPr>
              <a:t>INFO</a:t>
            </a:r>
          </a:p>
        </p:txBody>
      </p:sp>
      <p:sp>
        <p:nvSpPr>
          <p:cNvPr id="50" name="svg-element-49"/>
          <p:cNvSpPr/>
          <p:nvPr/>
        </p:nvSpPr>
        <p:spPr>
          <a:xfrm>
            <a:off x="5519746" y="3294473"/>
            <a:ext cx="120953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vg-element-50"/>
          <p:cNvSpPr/>
          <p:nvPr/>
        </p:nvSpPr>
        <p:spPr>
          <a:xfrm>
            <a:off x="5519746" y="3454853"/>
            <a:ext cx="1122660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vg-element-51"/>
          <p:cNvSpPr/>
          <p:nvPr/>
        </p:nvSpPr>
        <p:spPr>
          <a:xfrm>
            <a:off x="5519746" y="3615233"/>
            <a:ext cx="115607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vg-element-52"/>
          <p:cNvSpPr/>
          <p:nvPr/>
        </p:nvSpPr>
        <p:spPr>
          <a:xfrm>
            <a:off x="5513064" y="3875851"/>
            <a:ext cx="1209532" cy="193792"/>
          </a:xfrm>
          <a:prstGeom prst="rect">
            <a:avLst/>
          </a:prstGeom>
          <a:solidFill>
            <a:srgbClr val="FFE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-21"/>
          <p:cNvSpPr txBox="1"/>
          <p:nvPr/>
        </p:nvSpPr>
        <p:spPr>
          <a:xfrm>
            <a:off x="5606619" y="3930447"/>
            <a:ext cx="615859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时间 / 备注</a:t>
            </a:r>
          </a:p>
        </p:txBody>
      </p:sp>
      <p:sp>
        <p:nvSpPr>
          <p:cNvPr id="55" name="svg-element-54"/>
          <p:cNvSpPr/>
          <p:nvPr/>
        </p:nvSpPr>
        <p:spPr>
          <a:xfrm>
            <a:off x="307395" y="4236706"/>
            <a:ext cx="6595629" cy="0"/>
          </a:xfrm>
          <a:custGeom>
            <a:avLst/>
            <a:gdLst/>
            <a:ahLst/>
            <a:cxnLst/>
            <a:rect l="l" t="t" r="r" b="b"/>
            <a:pathLst>
              <a:path w="987" h="0">
                <a:moveTo>
                  <a:pt x="0" y="0"/>
                </a:moveTo>
                <a:lnTo>
                  <a:pt x="987" y="0"/>
                </a:lnTo>
              </a:path>
            </a:pathLst>
          </a:custGeom>
          <a:noFill/>
          <a:ln w="6682">
            <a:solidFill>
              <a:srgbClr val="CF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vg-element-55"/>
          <p:cNvSpPr/>
          <p:nvPr/>
        </p:nvSpPr>
        <p:spPr>
          <a:xfrm>
            <a:off x="307395" y="4270118"/>
            <a:ext cx="761805" cy="1162755"/>
          </a:xfrm>
          <a:prstGeom prst="rect">
            <a:avLst/>
          </a:prstGeom>
          <a:solidFill>
            <a:srgbClr val="16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-22"/>
          <p:cNvSpPr txBox="1"/>
          <p:nvPr/>
        </p:nvSpPr>
        <p:spPr>
          <a:xfrm>
            <a:off x="407632" y="4329392"/>
            <a:ext cx="506800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58" name="text-23"/>
          <p:cNvSpPr txBox="1"/>
          <p:nvPr/>
        </p:nvSpPr>
        <p:spPr>
          <a:xfrm>
            <a:off x="407632" y="4666123"/>
            <a:ext cx="338094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B4C9FF"/>
                </a:solidFill>
                <a:latin typeface="Microsoft YaHei"/>
              </a:defRPr>
            </a:pPr>
            <a:r>
              <a:rPr spc="74">
                <a:ea typeface="Microsoft YaHei"/>
              </a:rPr>
              <a:t>DAY</a:t>
            </a:r>
          </a:p>
        </p:txBody>
      </p:sp>
      <p:sp>
        <p:nvSpPr>
          <p:cNvPr id="59" name="text-24"/>
          <p:cNvSpPr txBox="1"/>
          <p:nvPr/>
        </p:nvSpPr>
        <p:spPr>
          <a:xfrm>
            <a:off x="407632" y="5082777"/>
            <a:ext cx="301514" cy="3294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25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60" name="svg-element-59"/>
          <p:cNvSpPr/>
          <p:nvPr/>
        </p:nvSpPr>
        <p:spPr>
          <a:xfrm>
            <a:off x="1169437" y="4270118"/>
            <a:ext cx="1650577" cy="1162755"/>
          </a:xfrm>
          <a:prstGeom prst="rect">
            <a:avLst/>
          </a:prstGeom>
          <a:solidFill>
            <a:srgbClr val="EAF0FF"/>
          </a:solidFill>
          <a:ln w="7684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vg-element-60"/>
          <p:cNvSpPr/>
          <p:nvPr/>
        </p:nvSpPr>
        <p:spPr>
          <a:xfrm>
            <a:off x="1189485" y="4290166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0" y="0"/>
                </a:moveTo>
                <a:lnTo>
                  <a:pt x="241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vg-element-61"/>
          <p:cNvSpPr/>
          <p:nvPr/>
        </p:nvSpPr>
        <p:spPr>
          <a:xfrm>
            <a:off x="1189485" y="4290166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241" y="0"/>
                </a:moveTo>
                <a:lnTo>
                  <a:pt x="0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vg-element-62"/>
          <p:cNvSpPr/>
          <p:nvPr/>
        </p:nvSpPr>
        <p:spPr>
          <a:xfrm>
            <a:off x="1831005" y="4700338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vg-element-63"/>
          <p:cNvSpPr/>
          <p:nvPr/>
        </p:nvSpPr>
        <p:spPr>
          <a:xfrm>
            <a:off x="2047117" y="4752728"/>
            <a:ext cx="45841" cy="45841"/>
          </a:xfrm>
          <a:prstGeom prst="ellipse">
            <a:avLst/>
          </a:pr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vg-element-64"/>
          <p:cNvSpPr/>
          <p:nvPr/>
        </p:nvSpPr>
        <p:spPr>
          <a:xfrm>
            <a:off x="1864418" y="4818084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2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vg-element-65"/>
          <p:cNvSpPr/>
          <p:nvPr/>
        </p:nvSpPr>
        <p:spPr>
          <a:xfrm>
            <a:off x="1229580" y="5232398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-25"/>
          <p:cNvSpPr txBox="1"/>
          <p:nvPr/>
        </p:nvSpPr>
        <p:spPr>
          <a:xfrm>
            <a:off x="1283040" y="5273028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7BBE7"/>
                </a:solidFill>
                <a:latin typeface="Microsoft YaHei"/>
              </a:defRPr>
            </a:pPr>
            <a:r>
              <a:rPr>
                <a:ea typeface="Microsoft YaHei"/>
              </a:rPr>
              <a:t>景点图片</a:t>
            </a:r>
          </a:p>
        </p:txBody>
      </p:sp>
      <p:sp>
        <p:nvSpPr>
          <p:cNvPr id="68" name="text-26"/>
          <p:cNvSpPr txBox="1"/>
          <p:nvPr/>
        </p:nvSpPr>
        <p:spPr>
          <a:xfrm>
            <a:off x="2987078" y="4357458"/>
            <a:ext cx="2424946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填写今日目的地 / 行程标题</a:t>
            </a:r>
          </a:p>
        </p:txBody>
      </p:sp>
      <p:sp>
        <p:nvSpPr>
          <p:cNvPr id="69" name="svg-element-68"/>
          <p:cNvSpPr/>
          <p:nvPr/>
        </p:nvSpPr>
        <p:spPr>
          <a:xfrm>
            <a:off x="2987078" y="4584196"/>
            <a:ext cx="1877783" cy="26730"/>
          </a:xfrm>
          <a:prstGeom prst="rect">
            <a:avLst/>
          </a:prstGeom>
          <a:solidFill>
            <a:srgbClr val="FF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vg-element-69"/>
          <p:cNvSpPr/>
          <p:nvPr/>
        </p:nvSpPr>
        <p:spPr>
          <a:xfrm>
            <a:off x="2987078" y="4751258"/>
            <a:ext cx="2258685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vg-element-70"/>
          <p:cNvSpPr/>
          <p:nvPr/>
        </p:nvSpPr>
        <p:spPr>
          <a:xfrm>
            <a:off x="2987078" y="4884908"/>
            <a:ext cx="1998068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vg-element-71"/>
          <p:cNvSpPr/>
          <p:nvPr/>
        </p:nvSpPr>
        <p:spPr>
          <a:xfrm>
            <a:off x="2987078" y="5018558"/>
            <a:ext cx="221859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vg-element-72"/>
          <p:cNvSpPr/>
          <p:nvPr/>
        </p:nvSpPr>
        <p:spPr>
          <a:xfrm>
            <a:off x="2987078" y="5152208"/>
            <a:ext cx="163053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-27"/>
          <p:cNvSpPr txBox="1"/>
          <p:nvPr/>
        </p:nvSpPr>
        <p:spPr>
          <a:xfrm>
            <a:off x="2987078" y="5287596"/>
            <a:ext cx="117398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163EF5"/>
                </a:solidFill>
                <a:latin typeface="Microsoft YaHei"/>
              </a:defRPr>
            </a:pPr>
            <a:r>
              <a:rPr>
                <a:ea typeface="Microsoft YaHei"/>
              </a:rPr>
              <a:t>交通  /  用餐  /  酒店</a:t>
            </a:r>
          </a:p>
        </p:txBody>
      </p:sp>
      <p:sp>
        <p:nvSpPr>
          <p:cNvPr id="75" name="svg-element-74"/>
          <p:cNvSpPr/>
          <p:nvPr/>
        </p:nvSpPr>
        <p:spPr>
          <a:xfrm>
            <a:off x="5379414" y="4270119"/>
            <a:ext cx="0" cy="1162755"/>
          </a:xfrm>
          <a:custGeom>
            <a:avLst/>
            <a:gdLst/>
            <a:ahLst/>
            <a:cxnLst/>
            <a:rect l="l" t="t" r="r" b="b"/>
            <a:pathLst>
              <a:path w="0" h="174">
                <a:moveTo>
                  <a:pt x="0" y="0"/>
                </a:moveTo>
                <a:lnTo>
                  <a:pt x="0" y="174"/>
                </a:lnTo>
              </a:path>
            </a:pathLst>
          </a:custGeom>
          <a:noFill/>
          <a:ln w="6682">
            <a:solidFill>
              <a:srgbClr val="16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-28"/>
          <p:cNvSpPr txBox="1"/>
          <p:nvPr/>
        </p:nvSpPr>
        <p:spPr>
          <a:xfrm>
            <a:off x="5519746" y="4352647"/>
            <a:ext cx="40629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161B1E"/>
                </a:solidFill>
                <a:latin typeface="Microsoft YaHei"/>
              </a:defRPr>
            </a:pPr>
            <a:r>
              <a:rPr spc="53">
                <a:ea typeface="Microsoft YaHei"/>
              </a:rPr>
              <a:t>INFO</a:t>
            </a:r>
          </a:p>
        </p:txBody>
      </p:sp>
      <p:sp>
        <p:nvSpPr>
          <p:cNvPr id="77" name="svg-element-76"/>
          <p:cNvSpPr/>
          <p:nvPr/>
        </p:nvSpPr>
        <p:spPr>
          <a:xfrm>
            <a:off x="5519746" y="4550783"/>
            <a:ext cx="120953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vg-element-77"/>
          <p:cNvSpPr/>
          <p:nvPr/>
        </p:nvSpPr>
        <p:spPr>
          <a:xfrm>
            <a:off x="5519746" y="4711163"/>
            <a:ext cx="1122660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vg-element-78"/>
          <p:cNvSpPr/>
          <p:nvPr/>
        </p:nvSpPr>
        <p:spPr>
          <a:xfrm>
            <a:off x="5519746" y="4871543"/>
            <a:ext cx="115607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vg-element-79"/>
          <p:cNvSpPr/>
          <p:nvPr/>
        </p:nvSpPr>
        <p:spPr>
          <a:xfrm>
            <a:off x="5513064" y="5132161"/>
            <a:ext cx="1209532" cy="193792"/>
          </a:xfrm>
          <a:prstGeom prst="rect">
            <a:avLst/>
          </a:prstGeom>
          <a:solidFill>
            <a:srgbClr val="FFE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-29"/>
          <p:cNvSpPr txBox="1"/>
          <p:nvPr/>
        </p:nvSpPr>
        <p:spPr>
          <a:xfrm>
            <a:off x="5606619" y="5186757"/>
            <a:ext cx="615859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时间 / 备注</a:t>
            </a:r>
          </a:p>
        </p:txBody>
      </p:sp>
      <p:sp>
        <p:nvSpPr>
          <p:cNvPr id="82" name="svg-element-81"/>
          <p:cNvSpPr/>
          <p:nvPr/>
        </p:nvSpPr>
        <p:spPr>
          <a:xfrm>
            <a:off x="307395" y="5493017"/>
            <a:ext cx="6595629" cy="0"/>
          </a:xfrm>
          <a:custGeom>
            <a:avLst/>
            <a:gdLst/>
            <a:ahLst/>
            <a:cxnLst/>
            <a:rect l="l" t="t" r="r" b="b"/>
            <a:pathLst>
              <a:path w="987" h="0">
                <a:moveTo>
                  <a:pt x="0" y="0"/>
                </a:moveTo>
                <a:lnTo>
                  <a:pt x="987" y="0"/>
                </a:lnTo>
              </a:path>
            </a:pathLst>
          </a:custGeom>
          <a:noFill/>
          <a:ln w="6682">
            <a:solidFill>
              <a:srgbClr val="CF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vg-element-82"/>
          <p:cNvSpPr/>
          <p:nvPr/>
        </p:nvSpPr>
        <p:spPr>
          <a:xfrm>
            <a:off x="307395" y="5526429"/>
            <a:ext cx="761805" cy="1162755"/>
          </a:xfrm>
          <a:prstGeom prst="rect">
            <a:avLst/>
          </a:prstGeom>
          <a:solidFill>
            <a:srgbClr val="16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-30"/>
          <p:cNvSpPr txBox="1"/>
          <p:nvPr/>
        </p:nvSpPr>
        <p:spPr>
          <a:xfrm>
            <a:off x="407632" y="5585702"/>
            <a:ext cx="506800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85" name="text-31"/>
          <p:cNvSpPr txBox="1"/>
          <p:nvPr/>
        </p:nvSpPr>
        <p:spPr>
          <a:xfrm>
            <a:off x="407632" y="5922434"/>
            <a:ext cx="338094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FFE44D"/>
                </a:solidFill>
                <a:latin typeface="Microsoft YaHei"/>
              </a:defRPr>
            </a:pPr>
            <a:r>
              <a:rPr spc="74">
                <a:ea typeface="Microsoft YaHei"/>
              </a:rPr>
              <a:t>DAY</a:t>
            </a:r>
          </a:p>
        </p:txBody>
      </p:sp>
      <p:sp>
        <p:nvSpPr>
          <p:cNvPr id="86" name="text-32"/>
          <p:cNvSpPr txBox="1"/>
          <p:nvPr/>
        </p:nvSpPr>
        <p:spPr>
          <a:xfrm>
            <a:off x="407632" y="6339088"/>
            <a:ext cx="301514" cy="3294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25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87" name="svg-element-86"/>
          <p:cNvSpPr/>
          <p:nvPr/>
        </p:nvSpPr>
        <p:spPr>
          <a:xfrm>
            <a:off x="1169437" y="5526429"/>
            <a:ext cx="1650577" cy="1162755"/>
          </a:xfrm>
          <a:prstGeom prst="rect">
            <a:avLst/>
          </a:prstGeom>
          <a:solidFill>
            <a:srgbClr val="EAF0FF"/>
          </a:solidFill>
          <a:ln w="7684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vg-element-87"/>
          <p:cNvSpPr/>
          <p:nvPr/>
        </p:nvSpPr>
        <p:spPr>
          <a:xfrm>
            <a:off x="1189485" y="5546477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0" y="0"/>
                </a:moveTo>
                <a:lnTo>
                  <a:pt x="241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vg-element-88"/>
          <p:cNvSpPr/>
          <p:nvPr/>
        </p:nvSpPr>
        <p:spPr>
          <a:xfrm>
            <a:off x="1189485" y="5546477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241" y="0"/>
                </a:moveTo>
                <a:lnTo>
                  <a:pt x="0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vg-element-89"/>
          <p:cNvSpPr/>
          <p:nvPr/>
        </p:nvSpPr>
        <p:spPr>
          <a:xfrm>
            <a:off x="1831005" y="5956648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vg-element-90"/>
          <p:cNvSpPr/>
          <p:nvPr/>
        </p:nvSpPr>
        <p:spPr>
          <a:xfrm>
            <a:off x="2047117" y="6009039"/>
            <a:ext cx="45841" cy="45841"/>
          </a:xfrm>
          <a:prstGeom prst="ellipse">
            <a:avLst/>
          </a:pr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vg-element-91"/>
          <p:cNvSpPr/>
          <p:nvPr/>
        </p:nvSpPr>
        <p:spPr>
          <a:xfrm>
            <a:off x="1864418" y="6074394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2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vg-element-92"/>
          <p:cNvSpPr/>
          <p:nvPr/>
        </p:nvSpPr>
        <p:spPr>
          <a:xfrm>
            <a:off x="1229580" y="6488709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-33"/>
          <p:cNvSpPr txBox="1"/>
          <p:nvPr/>
        </p:nvSpPr>
        <p:spPr>
          <a:xfrm>
            <a:off x="1283040" y="6529338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7BBE7"/>
                </a:solidFill>
                <a:latin typeface="Microsoft YaHei"/>
              </a:defRPr>
            </a:pPr>
            <a:r>
              <a:rPr>
                <a:ea typeface="Microsoft YaHei"/>
              </a:rPr>
              <a:t>景点图片</a:t>
            </a:r>
          </a:p>
        </p:txBody>
      </p:sp>
      <p:sp>
        <p:nvSpPr>
          <p:cNvPr id="95" name="text-34"/>
          <p:cNvSpPr txBox="1"/>
          <p:nvPr/>
        </p:nvSpPr>
        <p:spPr>
          <a:xfrm>
            <a:off x="2987078" y="5613769"/>
            <a:ext cx="2424946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填写今日目的地 / 行程标题</a:t>
            </a:r>
          </a:p>
        </p:txBody>
      </p:sp>
      <p:sp>
        <p:nvSpPr>
          <p:cNvPr id="96" name="svg-element-95"/>
          <p:cNvSpPr/>
          <p:nvPr/>
        </p:nvSpPr>
        <p:spPr>
          <a:xfrm>
            <a:off x="2987078" y="5840506"/>
            <a:ext cx="1877783" cy="26730"/>
          </a:xfrm>
          <a:prstGeom prst="rect">
            <a:avLst/>
          </a:prstGeom>
          <a:solidFill>
            <a:srgbClr val="FF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vg-element-96"/>
          <p:cNvSpPr/>
          <p:nvPr/>
        </p:nvSpPr>
        <p:spPr>
          <a:xfrm>
            <a:off x="2987078" y="6007569"/>
            <a:ext cx="2258685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vg-element-97"/>
          <p:cNvSpPr/>
          <p:nvPr/>
        </p:nvSpPr>
        <p:spPr>
          <a:xfrm>
            <a:off x="2987078" y="6141219"/>
            <a:ext cx="1998068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vg-element-98"/>
          <p:cNvSpPr/>
          <p:nvPr/>
        </p:nvSpPr>
        <p:spPr>
          <a:xfrm>
            <a:off x="2987078" y="6274869"/>
            <a:ext cx="221859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vg-element-99"/>
          <p:cNvSpPr/>
          <p:nvPr/>
        </p:nvSpPr>
        <p:spPr>
          <a:xfrm>
            <a:off x="2987078" y="6408519"/>
            <a:ext cx="163053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-35"/>
          <p:cNvSpPr txBox="1"/>
          <p:nvPr/>
        </p:nvSpPr>
        <p:spPr>
          <a:xfrm>
            <a:off x="2987078" y="6543906"/>
            <a:ext cx="117398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163EF5"/>
                </a:solidFill>
                <a:latin typeface="Microsoft YaHei"/>
              </a:defRPr>
            </a:pPr>
            <a:r>
              <a:rPr>
                <a:ea typeface="Microsoft YaHei"/>
              </a:rPr>
              <a:t>交通  /  用餐  /  酒店</a:t>
            </a:r>
          </a:p>
        </p:txBody>
      </p:sp>
      <p:sp>
        <p:nvSpPr>
          <p:cNvPr id="102" name="svg-element-101"/>
          <p:cNvSpPr/>
          <p:nvPr/>
        </p:nvSpPr>
        <p:spPr>
          <a:xfrm>
            <a:off x="5379414" y="5526429"/>
            <a:ext cx="0" cy="1162755"/>
          </a:xfrm>
          <a:custGeom>
            <a:avLst/>
            <a:gdLst/>
            <a:ahLst/>
            <a:cxnLst/>
            <a:rect l="l" t="t" r="r" b="b"/>
            <a:pathLst>
              <a:path w="0" h="174">
                <a:moveTo>
                  <a:pt x="0" y="0"/>
                </a:moveTo>
                <a:lnTo>
                  <a:pt x="0" y="174"/>
                </a:lnTo>
              </a:path>
            </a:pathLst>
          </a:custGeom>
          <a:noFill/>
          <a:ln w="6682">
            <a:solidFill>
              <a:srgbClr val="16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-36"/>
          <p:cNvSpPr txBox="1"/>
          <p:nvPr/>
        </p:nvSpPr>
        <p:spPr>
          <a:xfrm>
            <a:off x="5519746" y="5608957"/>
            <a:ext cx="40629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161B1E"/>
                </a:solidFill>
                <a:latin typeface="Microsoft YaHei"/>
              </a:defRPr>
            </a:pPr>
            <a:r>
              <a:rPr spc="53">
                <a:ea typeface="Microsoft YaHei"/>
              </a:rPr>
              <a:t>INFO</a:t>
            </a:r>
          </a:p>
        </p:txBody>
      </p:sp>
      <p:sp>
        <p:nvSpPr>
          <p:cNvPr id="104" name="svg-element-103"/>
          <p:cNvSpPr/>
          <p:nvPr/>
        </p:nvSpPr>
        <p:spPr>
          <a:xfrm>
            <a:off x="5519746" y="5807094"/>
            <a:ext cx="120953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vg-element-104"/>
          <p:cNvSpPr/>
          <p:nvPr/>
        </p:nvSpPr>
        <p:spPr>
          <a:xfrm>
            <a:off x="5519746" y="5967474"/>
            <a:ext cx="1122660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vg-element-105"/>
          <p:cNvSpPr/>
          <p:nvPr/>
        </p:nvSpPr>
        <p:spPr>
          <a:xfrm>
            <a:off x="5519746" y="6127854"/>
            <a:ext cx="115607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vg-element-106"/>
          <p:cNvSpPr/>
          <p:nvPr/>
        </p:nvSpPr>
        <p:spPr>
          <a:xfrm>
            <a:off x="5513064" y="6388471"/>
            <a:ext cx="1209532" cy="193792"/>
          </a:xfrm>
          <a:prstGeom prst="rect">
            <a:avLst/>
          </a:prstGeom>
          <a:solidFill>
            <a:srgbClr val="FFE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-37"/>
          <p:cNvSpPr txBox="1"/>
          <p:nvPr/>
        </p:nvSpPr>
        <p:spPr>
          <a:xfrm>
            <a:off x="5606619" y="6443067"/>
            <a:ext cx="615859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时间 / 备注</a:t>
            </a:r>
          </a:p>
        </p:txBody>
      </p:sp>
      <p:sp>
        <p:nvSpPr>
          <p:cNvPr id="109" name="svg-element-108"/>
          <p:cNvSpPr/>
          <p:nvPr/>
        </p:nvSpPr>
        <p:spPr>
          <a:xfrm>
            <a:off x="307395" y="6749327"/>
            <a:ext cx="6595629" cy="0"/>
          </a:xfrm>
          <a:custGeom>
            <a:avLst/>
            <a:gdLst/>
            <a:ahLst/>
            <a:cxnLst/>
            <a:rect l="l" t="t" r="r" b="b"/>
            <a:pathLst>
              <a:path w="987" h="0">
                <a:moveTo>
                  <a:pt x="0" y="0"/>
                </a:moveTo>
                <a:lnTo>
                  <a:pt x="987" y="0"/>
                </a:lnTo>
              </a:path>
            </a:pathLst>
          </a:custGeom>
          <a:noFill/>
          <a:ln w="6682">
            <a:solidFill>
              <a:srgbClr val="CF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vg-element-109"/>
          <p:cNvSpPr/>
          <p:nvPr/>
        </p:nvSpPr>
        <p:spPr>
          <a:xfrm>
            <a:off x="307395" y="6782739"/>
            <a:ext cx="761805" cy="1162755"/>
          </a:xfrm>
          <a:prstGeom prst="rect">
            <a:avLst/>
          </a:prstGeom>
          <a:solidFill>
            <a:srgbClr val="16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-38"/>
          <p:cNvSpPr txBox="1"/>
          <p:nvPr/>
        </p:nvSpPr>
        <p:spPr>
          <a:xfrm>
            <a:off x="407632" y="6842013"/>
            <a:ext cx="506800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112" name="text-39"/>
          <p:cNvSpPr txBox="1"/>
          <p:nvPr/>
        </p:nvSpPr>
        <p:spPr>
          <a:xfrm>
            <a:off x="407632" y="7178744"/>
            <a:ext cx="338094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B4C9FF"/>
                </a:solidFill>
                <a:latin typeface="Microsoft YaHei"/>
              </a:defRPr>
            </a:pPr>
            <a:r>
              <a:rPr spc="74">
                <a:ea typeface="Microsoft YaHei"/>
              </a:rPr>
              <a:t>DAY</a:t>
            </a:r>
          </a:p>
        </p:txBody>
      </p:sp>
      <p:sp>
        <p:nvSpPr>
          <p:cNvPr id="113" name="text-40"/>
          <p:cNvSpPr txBox="1"/>
          <p:nvPr/>
        </p:nvSpPr>
        <p:spPr>
          <a:xfrm>
            <a:off x="407632" y="7595398"/>
            <a:ext cx="301514" cy="3294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25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14" name="svg-element-113"/>
          <p:cNvSpPr/>
          <p:nvPr/>
        </p:nvSpPr>
        <p:spPr>
          <a:xfrm>
            <a:off x="1169437" y="6782739"/>
            <a:ext cx="1650577" cy="1162755"/>
          </a:xfrm>
          <a:prstGeom prst="rect">
            <a:avLst/>
          </a:prstGeom>
          <a:solidFill>
            <a:srgbClr val="EAF0FF"/>
          </a:solidFill>
          <a:ln w="7684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vg-element-114"/>
          <p:cNvSpPr/>
          <p:nvPr/>
        </p:nvSpPr>
        <p:spPr>
          <a:xfrm>
            <a:off x="1189485" y="6802787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0" y="0"/>
                </a:moveTo>
                <a:lnTo>
                  <a:pt x="241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vg-element-115"/>
          <p:cNvSpPr/>
          <p:nvPr/>
        </p:nvSpPr>
        <p:spPr>
          <a:xfrm>
            <a:off x="1189485" y="6802787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241" y="0"/>
                </a:moveTo>
                <a:lnTo>
                  <a:pt x="0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vg-element-116"/>
          <p:cNvSpPr/>
          <p:nvPr/>
        </p:nvSpPr>
        <p:spPr>
          <a:xfrm>
            <a:off x="1831005" y="7212958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vg-element-117"/>
          <p:cNvSpPr/>
          <p:nvPr/>
        </p:nvSpPr>
        <p:spPr>
          <a:xfrm>
            <a:off x="2047117" y="7265349"/>
            <a:ext cx="45841" cy="45841"/>
          </a:xfrm>
          <a:prstGeom prst="ellipse">
            <a:avLst/>
          </a:pr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vg-element-118"/>
          <p:cNvSpPr/>
          <p:nvPr/>
        </p:nvSpPr>
        <p:spPr>
          <a:xfrm>
            <a:off x="1864418" y="7330705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2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vg-element-119"/>
          <p:cNvSpPr/>
          <p:nvPr/>
        </p:nvSpPr>
        <p:spPr>
          <a:xfrm>
            <a:off x="1229580" y="7745019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-41"/>
          <p:cNvSpPr txBox="1"/>
          <p:nvPr/>
        </p:nvSpPr>
        <p:spPr>
          <a:xfrm>
            <a:off x="1283040" y="7785649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7BBE7"/>
                </a:solidFill>
                <a:latin typeface="Microsoft YaHei"/>
              </a:defRPr>
            </a:pPr>
            <a:r>
              <a:rPr>
                <a:ea typeface="Microsoft YaHei"/>
              </a:rPr>
              <a:t>景点图片</a:t>
            </a:r>
          </a:p>
        </p:txBody>
      </p:sp>
      <p:sp>
        <p:nvSpPr>
          <p:cNvPr id="122" name="text-42"/>
          <p:cNvSpPr txBox="1"/>
          <p:nvPr/>
        </p:nvSpPr>
        <p:spPr>
          <a:xfrm>
            <a:off x="2987078" y="6870079"/>
            <a:ext cx="2424946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填写今日目的地 / 行程标题</a:t>
            </a:r>
          </a:p>
        </p:txBody>
      </p:sp>
      <p:sp>
        <p:nvSpPr>
          <p:cNvPr id="123" name="svg-element-122"/>
          <p:cNvSpPr/>
          <p:nvPr/>
        </p:nvSpPr>
        <p:spPr>
          <a:xfrm>
            <a:off x="2987078" y="7096816"/>
            <a:ext cx="1877783" cy="26730"/>
          </a:xfrm>
          <a:prstGeom prst="rect">
            <a:avLst/>
          </a:prstGeom>
          <a:solidFill>
            <a:srgbClr val="FF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vg-element-123"/>
          <p:cNvSpPr/>
          <p:nvPr/>
        </p:nvSpPr>
        <p:spPr>
          <a:xfrm>
            <a:off x="2987078" y="7263879"/>
            <a:ext cx="2258685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vg-element-124"/>
          <p:cNvSpPr/>
          <p:nvPr/>
        </p:nvSpPr>
        <p:spPr>
          <a:xfrm>
            <a:off x="2987078" y="7397529"/>
            <a:ext cx="1998068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vg-element-125"/>
          <p:cNvSpPr/>
          <p:nvPr/>
        </p:nvSpPr>
        <p:spPr>
          <a:xfrm>
            <a:off x="2987078" y="7531179"/>
            <a:ext cx="221859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vg-element-126"/>
          <p:cNvSpPr/>
          <p:nvPr/>
        </p:nvSpPr>
        <p:spPr>
          <a:xfrm>
            <a:off x="2987078" y="7664829"/>
            <a:ext cx="163053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-43"/>
          <p:cNvSpPr txBox="1"/>
          <p:nvPr/>
        </p:nvSpPr>
        <p:spPr>
          <a:xfrm>
            <a:off x="2987078" y="7800217"/>
            <a:ext cx="117398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163EF5"/>
                </a:solidFill>
                <a:latin typeface="Microsoft YaHei"/>
              </a:defRPr>
            </a:pPr>
            <a:r>
              <a:rPr>
                <a:ea typeface="Microsoft YaHei"/>
              </a:rPr>
              <a:t>交通  /  用餐  /  酒店</a:t>
            </a:r>
          </a:p>
        </p:txBody>
      </p:sp>
      <p:sp>
        <p:nvSpPr>
          <p:cNvPr id="129" name="svg-element-128"/>
          <p:cNvSpPr/>
          <p:nvPr/>
        </p:nvSpPr>
        <p:spPr>
          <a:xfrm>
            <a:off x="5379414" y="6782739"/>
            <a:ext cx="0" cy="1162755"/>
          </a:xfrm>
          <a:custGeom>
            <a:avLst/>
            <a:gdLst/>
            <a:ahLst/>
            <a:cxnLst/>
            <a:rect l="l" t="t" r="r" b="b"/>
            <a:pathLst>
              <a:path w="0" h="174">
                <a:moveTo>
                  <a:pt x="0" y="0"/>
                </a:moveTo>
                <a:lnTo>
                  <a:pt x="0" y="174"/>
                </a:lnTo>
              </a:path>
            </a:pathLst>
          </a:custGeom>
          <a:noFill/>
          <a:ln w="6682">
            <a:solidFill>
              <a:srgbClr val="16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-44"/>
          <p:cNvSpPr txBox="1"/>
          <p:nvPr/>
        </p:nvSpPr>
        <p:spPr>
          <a:xfrm>
            <a:off x="5519746" y="6865268"/>
            <a:ext cx="40629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161B1E"/>
                </a:solidFill>
                <a:latin typeface="Microsoft YaHei"/>
              </a:defRPr>
            </a:pPr>
            <a:r>
              <a:rPr spc="53">
                <a:ea typeface="Microsoft YaHei"/>
              </a:rPr>
              <a:t>INFO</a:t>
            </a:r>
          </a:p>
        </p:txBody>
      </p:sp>
      <p:sp>
        <p:nvSpPr>
          <p:cNvPr id="131" name="svg-element-130"/>
          <p:cNvSpPr/>
          <p:nvPr/>
        </p:nvSpPr>
        <p:spPr>
          <a:xfrm>
            <a:off x="5519746" y="7063404"/>
            <a:ext cx="120953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vg-element-131"/>
          <p:cNvSpPr/>
          <p:nvPr/>
        </p:nvSpPr>
        <p:spPr>
          <a:xfrm>
            <a:off x="5519746" y="7223784"/>
            <a:ext cx="1122660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vg-element-132"/>
          <p:cNvSpPr/>
          <p:nvPr/>
        </p:nvSpPr>
        <p:spPr>
          <a:xfrm>
            <a:off x="5519746" y="7384164"/>
            <a:ext cx="115607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vg-element-133"/>
          <p:cNvSpPr/>
          <p:nvPr/>
        </p:nvSpPr>
        <p:spPr>
          <a:xfrm>
            <a:off x="5513064" y="7644782"/>
            <a:ext cx="1209532" cy="193792"/>
          </a:xfrm>
          <a:prstGeom prst="rect">
            <a:avLst/>
          </a:prstGeom>
          <a:solidFill>
            <a:srgbClr val="FFE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-45"/>
          <p:cNvSpPr txBox="1"/>
          <p:nvPr/>
        </p:nvSpPr>
        <p:spPr>
          <a:xfrm>
            <a:off x="5606619" y="7699378"/>
            <a:ext cx="615859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时间 / 备注</a:t>
            </a:r>
          </a:p>
        </p:txBody>
      </p:sp>
      <p:sp>
        <p:nvSpPr>
          <p:cNvPr id="136" name="svg-element-135"/>
          <p:cNvSpPr/>
          <p:nvPr/>
        </p:nvSpPr>
        <p:spPr>
          <a:xfrm>
            <a:off x="307395" y="8005637"/>
            <a:ext cx="6595629" cy="0"/>
          </a:xfrm>
          <a:custGeom>
            <a:avLst/>
            <a:gdLst/>
            <a:ahLst/>
            <a:cxnLst/>
            <a:rect l="l" t="t" r="r" b="b"/>
            <a:pathLst>
              <a:path w="987" h="0">
                <a:moveTo>
                  <a:pt x="0" y="0"/>
                </a:moveTo>
                <a:lnTo>
                  <a:pt x="987" y="0"/>
                </a:lnTo>
              </a:path>
            </a:pathLst>
          </a:custGeom>
          <a:noFill/>
          <a:ln w="6682">
            <a:solidFill>
              <a:srgbClr val="CF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vg-element-136"/>
          <p:cNvSpPr/>
          <p:nvPr/>
        </p:nvSpPr>
        <p:spPr>
          <a:xfrm>
            <a:off x="307395" y="8039049"/>
            <a:ext cx="761805" cy="1162755"/>
          </a:xfrm>
          <a:prstGeom prst="rect">
            <a:avLst/>
          </a:prstGeom>
          <a:solidFill>
            <a:srgbClr val="16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-46"/>
          <p:cNvSpPr txBox="1"/>
          <p:nvPr/>
        </p:nvSpPr>
        <p:spPr>
          <a:xfrm>
            <a:off x="407632" y="8098323"/>
            <a:ext cx="506800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139" name="text-47"/>
          <p:cNvSpPr txBox="1"/>
          <p:nvPr/>
        </p:nvSpPr>
        <p:spPr>
          <a:xfrm>
            <a:off x="407632" y="8435054"/>
            <a:ext cx="338094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FFE44D"/>
                </a:solidFill>
                <a:latin typeface="Microsoft YaHei"/>
              </a:defRPr>
            </a:pPr>
            <a:r>
              <a:rPr spc="74">
                <a:ea typeface="Microsoft YaHei"/>
              </a:rPr>
              <a:t>DAY</a:t>
            </a:r>
          </a:p>
        </p:txBody>
      </p:sp>
      <p:sp>
        <p:nvSpPr>
          <p:cNvPr id="140" name="text-48"/>
          <p:cNvSpPr txBox="1"/>
          <p:nvPr/>
        </p:nvSpPr>
        <p:spPr>
          <a:xfrm>
            <a:off x="407632" y="8851708"/>
            <a:ext cx="301514" cy="3294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25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41" name="svg-element-140"/>
          <p:cNvSpPr/>
          <p:nvPr/>
        </p:nvSpPr>
        <p:spPr>
          <a:xfrm>
            <a:off x="1169437" y="8039049"/>
            <a:ext cx="1650577" cy="1162755"/>
          </a:xfrm>
          <a:prstGeom prst="rect">
            <a:avLst/>
          </a:prstGeom>
          <a:solidFill>
            <a:srgbClr val="EAF0FF"/>
          </a:solidFill>
          <a:ln w="7684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vg-element-141"/>
          <p:cNvSpPr/>
          <p:nvPr/>
        </p:nvSpPr>
        <p:spPr>
          <a:xfrm>
            <a:off x="1189485" y="8059097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0" y="0"/>
                </a:moveTo>
                <a:lnTo>
                  <a:pt x="241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vg-element-142"/>
          <p:cNvSpPr/>
          <p:nvPr/>
        </p:nvSpPr>
        <p:spPr>
          <a:xfrm>
            <a:off x="1189485" y="8059097"/>
            <a:ext cx="1610483" cy="1122660"/>
          </a:xfrm>
          <a:custGeom>
            <a:avLst/>
            <a:gdLst/>
            <a:ahLst/>
            <a:cxnLst/>
            <a:rect l="l" t="t" r="r" b="b"/>
            <a:pathLst>
              <a:path w="241" h="168">
                <a:moveTo>
                  <a:pt x="241" y="0"/>
                </a:moveTo>
                <a:lnTo>
                  <a:pt x="0" y="168"/>
                </a:lnTo>
              </a:path>
            </a:pathLst>
          </a:custGeom>
          <a:noFill/>
          <a:ln w="6014">
            <a:solidFill>
              <a:srgbClr val="A7BBE7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vg-element-143"/>
          <p:cNvSpPr/>
          <p:nvPr/>
        </p:nvSpPr>
        <p:spPr>
          <a:xfrm>
            <a:off x="1831005" y="8469269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7B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vg-element-144"/>
          <p:cNvSpPr/>
          <p:nvPr/>
        </p:nvSpPr>
        <p:spPr>
          <a:xfrm>
            <a:off x="2047117" y="8521660"/>
            <a:ext cx="45841" cy="45841"/>
          </a:xfrm>
          <a:prstGeom prst="ellipse">
            <a:avLst/>
          </a:pr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vg-element-145"/>
          <p:cNvSpPr/>
          <p:nvPr/>
        </p:nvSpPr>
        <p:spPr>
          <a:xfrm>
            <a:off x="1864418" y="8587015"/>
            <a:ext cx="273983" cy="86873"/>
          </a:xfrm>
          <a:custGeom>
            <a:avLst/>
            <a:gdLst/>
            <a:ahLst/>
            <a:cxnLst/>
            <a:rect l="l" t="t" r="r" b="b"/>
            <a:pathLst>
              <a:path w="41" h="13">
                <a:moveTo>
                  <a:pt x="0" y="13"/>
                </a:moveTo>
                <a:lnTo>
                  <a:pt x="12" y="0"/>
                </a:lnTo>
                <a:lnTo>
                  <a:pt x="19" y="8"/>
                </a:lnTo>
                <a:lnTo>
                  <a:pt x="27" y="0"/>
                </a:lnTo>
                <a:lnTo>
                  <a:pt x="41" y="13"/>
                </a:lnTo>
                <a:close/>
              </a:path>
            </a:pathLst>
          </a:custGeom>
          <a:solidFill>
            <a:srgbClr val="A7B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vg-element-146"/>
          <p:cNvSpPr/>
          <p:nvPr/>
        </p:nvSpPr>
        <p:spPr>
          <a:xfrm>
            <a:off x="1229580" y="9001330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-49"/>
          <p:cNvSpPr txBox="1"/>
          <p:nvPr/>
        </p:nvSpPr>
        <p:spPr>
          <a:xfrm>
            <a:off x="1283040" y="9041959"/>
            <a:ext cx="46403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7BBE7"/>
                </a:solidFill>
                <a:latin typeface="Microsoft YaHei"/>
              </a:defRPr>
            </a:pPr>
            <a:r>
              <a:rPr>
                <a:ea typeface="Microsoft YaHei"/>
              </a:rPr>
              <a:t>景点图片</a:t>
            </a:r>
          </a:p>
        </p:txBody>
      </p:sp>
      <p:sp>
        <p:nvSpPr>
          <p:cNvPr id="149" name="text-50"/>
          <p:cNvSpPr txBox="1"/>
          <p:nvPr/>
        </p:nvSpPr>
        <p:spPr>
          <a:xfrm>
            <a:off x="2987078" y="8126390"/>
            <a:ext cx="2424946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填写今日目的地 / 行程标题</a:t>
            </a:r>
          </a:p>
        </p:txBody>
      </p:sp>
      <p:sp>
        <p:nvSpPr>
          <p:cNvPr id="150" name="svg-element-149"/>
          <p:cNvSpPr/>
          <p:nvPr/>
        </p:nvSpPr>
        <p:spPr>
          <a:xfrm>
            <a:off x="2987078" y="8353127"/>
            <a:ext cx="1877783" cy="26730"/>
          </a:xfrm>
          <a:prstGeom prst="rect">
            <a:avLst/>
          </a:prstGeom>
          <a:solidFill>
            <a:srgbClr val="FF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vg-element-150"/>
          <p:cNvSpPr/>
          <p:nvPr/>
        </p:nvSpPr>
        <p:spPr>
          <a:xfrm>
            <a:off x="2987078" y="8520189"/>
            <a:ext cx="2258685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vg-element-151"/>
          <p:cNvSpPr/>
          <p:nvPr/>
        </p:nvSpPr>
        <p:spPr>
          <a:xfrm>
            <a:off x="2987078" y="8653839"/>
            <a:ext cx="1998068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vg-element-152"/>
          <p:cNvSpPr/>
          <p:nvPr/>
        </p:nvSpPr>
        <p:spPr>
          <a:xfrm>
            <a:off x="2987078" y="8787489"/>
            <a:ext cx="221859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vg-element-153"/>
          <p:cNvSpPr/>
          <p:nvPr/>
        </p:nvSpPr>
        <p:spPr>
          <a:xfrm>
            <a:off x="2987078" y="8921140"/>
            <a:ext cx="1630530" cy="60142"/>
          </a:xfrm>
          <a:prstGeom prst="roundRect">
            <a:avLst>
              <a:gd name="adj" fmla="val 44444"/>
            </a:avLst>
          </a:prstGeom>
          <a:solidFill>
            <a:srgbClr val="A6B0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-51"/>
          <p:cNvSpPr txBox="1"/>
          <p:nvPr/>
        </p:nvSpPr>
        <p:spPr>
          <a:xfrm>
            <a:off x="2987078" y="9056527"/>
            <a:ext cx="117398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163EF5"/>
                </a:solidFill>
                <a:latin typeface="Microsoft YaHei"/>
              </a:defRPr>
            </a:pPr>
            <a:r>
              <a:rPr>
                <a:ea typeface="Microsoft YaHei"/>
              </a:rPr>
              <a:t>交通  /  用餐  /  酒店</a:t>
            </a:r>
          </a:p>
        </p:txBody>
      </p:sp>
      <p:sp>
        <p:nvSpPr>
          <p:cNvPr id="156" name="svg-element-155"/>
          <p:cNvSpPr/>
          <p:nvPr/>
        </p:nvSpPr>
        <p:spPr>
          <a:xfrm>
            <a:off x="5379414" y="8039050"/>
            <a:ext cx="0" cy="1162755"/>
          </a:xfrm>
          <a:custGeom>
            <a:avLst/>
            <a:gdLst/>
            <a:ahLst/>
            <a:cxnLst/>
            <a:rect l="l" t="t" r="r" b="b"/>
            <a:pathLst>
              <a:path w="0" h="174">
                <a:moveTo>
                  <a:pt x="0" y="0"/>
                </a:moveTo>
                <a:lnTo>
                  <a:pt x="0" y="174"/>
                </a:lnTo>
              </a:path>
            </a:pathLst>
          </a:custGeom>
          <a:noFill/>
          <a:ln w="6682">
            <a:solidFill>
              <a:srgbClr val="16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-52"/>
          <p:cNvSpPr txBox="1"/>
          <p:nvPr/>
        </p:nvSpPr>
        <p:spPr>
          <a:xfrm>
            <a:off x="5519746" y="8121578"/>
            <a:ext cx="40629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161B1E"/>
                </a:solidFill>
                <a:latin typeface="Microsoft YaHei"/>
              </a:defRPr>
            </a:pPr>
            <a:r>
              <a:rPr spc="53">
                <a:ea typeface="Microsoft YaHei"/>
              </a:rPr>
              <a:t>INFO</a:t>
            </a:r>
          </a:p>
        </p:txBody>
      </p:sp>
      <p:sp>
        <p:nvSpPr>
          <p:cNvPr id="158" name="svg-element-157"/>
          <p:cNvSpPr/>
          <p:nvPr/>
        </p:nvSpPr>
        <p:spPr>
          <a:xfrm>
            <a:off x="5519746" y="8319714"/>
            <a:ext cx="120953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vg-element-158"/>
          <p:cNvSpPr/>
          <p:nvPr/>
        </p:nvSpPr>
        <p:spPr>
          <a:xfrm>
            <a:off x="5519746" y="8480094"/>
            <a:ext cx="1122660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vg-element-159"/>
          <p:cNvSpPr/>
          <p:nvPr/>
        </p:nvSpPr>
        <p:spPr>
          <a:xfrm>
            <a:off x="5519746" y="8640474"/>
            <a:ext cx="1156072" cy="60142"/>
          </a:xfrm>
          <a:prstGeom prst="roundRect">
            <a:avLst>
              <a:gd name="adj" fmla="val 44444"/>
            </a:avLst>
          </a:prstGeom>
          <a:solidFill>
            <a:srgbClr val="B5C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vg-element-160"/>
          <p:cNvSpPr/>
          <p:nvPr/>
        </p:nvSpPr>
        <p:spPr>
          <a:xfrm>
            <a:off x="5513064" y="8901092"/>
            <a:ext cx="1209532" cy="193792"/>
          </a:xfrm>
          <a:prstGeom prst="rect">
            <a:avLst/>
          </a:prstGeom>
          <a:solidFill>
            <a:srgbClr val="FFE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-53"/>
          <p:cNvSpPr txBox="1"/>
          <p:nvPr/>
        </p:nvSpPr>
        <p:spPr>
          <a:xfrm>
            <a:off x="5606619" y="8955688"/>
            <a:ext cx="615859" cy="1476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84" b="1">
                <a:solidFill>
                  <a:srgbClr val="161B1E"/>
                </a:solidFill>
                <a:latin typeface="Microsoft YaHei"/>
              </a:defRPr>
            </a:pPr>
            <a:r>
              <a:rPr>
                <a:ea typeface="Microsoft YaHei"/>
              </a:rPr>
              <a:t>时间 / 备注</a:t>
            </a:r>
          </a:p>
        </p:txBody>
      </p:sp>
      <p:sp>
        <p:nvSpPr>
          <p:cNvPr id="163" name="svg-element-162"/>
          <p:cNvSpPr/>
          <p:nvPr/>
        </p:nvSpPr>
        <p:spPr>
          <a:xfrm>
            <a:off x="307395" y="9261948"/>
            <a:ext cx="6595629" cy="0"/>
          </a:xfrm>
          <a:custGeom>
            <a:avLst/>
            <a:gdLst/>
            <a:ahLst/>
            <a:cxnLst/>
            <a:rect l="l" t="t" r="r" b="b"/>
            <a:pathLst>
              <a:path w="987" h="0">
                <a:moveTo>
                  <a:pt x="0" y="0"/>
                </a:moveTo>
                <a:lnTo>
                  <a:pt x="987" y="0"/>
                </a:lnTo>
              </a:path>
            </a:pathLst>
          </a:custGeom>
          <a:noFill/>
          <a:ln w="6682">
            <a:solidFill>
              <a:srgbClr val="CF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vg-element-163"/>
          <p:cNvSpPr/>
          <p:nvPr/>
        </p:nvSpPr>
        <p:spPr>
          <a:xfrm>
            <a:off x="307395" y="9469105"/>
            <a:ext cx="6595629" cy="895455"/>
          </a:xfrm>
          <a:prstGeom prst="rect">
            <a:avLst/>
          </a:prstGeom>
          <a:solidFill>
            <a:srgbClr val="16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-54"/>
          <p:cNvSpPr txBox="1"/>
          <p:nvPr/>
        </p:nvSpPr>
        <p:spPr>
          <a:xfrm>
            <a:off x="447727" y="9561925"/>
            <a:ext cx="1706410" cy="2385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4" b="1">
                <a:solidFill>
                  <a:srgbClr val="FFFFFF"/>
                </a:solidFill>
                <a:latin typeface="Microsoft YaHei"/>
              </a:defRPr>
            </a:pPr>
            <a:r>
              <a:rPr spc="53">
                <a:ea typeface="Microsoft YaHei"/>
              </a:rPr>
              <a:t>PRACTICAL INFO</a:t>
            </a:r>
          </a:p>
        </p:txBody>
      </p:sp>
      <p:sp>
        <p:nvSpPr>
          <p:cNvPr id="166" name="text-55"/>
          <p:cNvSpPr txBox="1"/>
          <p:nvPr/>
        </p:nvSpPr>
        <p:spPr>
          <a:xfrm>
            <a:off x="454410" y="9800089"/>
            <a:ext cx="900266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01  航班信息</a:t>
            </a:r>
          </a:p>
        </p:txBody>
      </p:sp>
      <p:sp>
        <p:nvSpPr>
          <p:cNvPr id="167" name="svg-element-166"/>
          <p:cNvSpPr/>
          <p:nvPr/>
        </p:nvSpPr>
        <p:spPr>
          <a:xfrm>
            <a:off x="454410" y="10003705"/>
            <a:ext cx="1189485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vg-element-167"/>
          <p:cNvSpPr/>
          <p:nvPr/>
        </p:nvSpPr>
        <p:spPr>
          <a:xfrm>
            <a:off x="454410" y="10117307"/>
            <a:ext cx="1009057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vg-element-168"/>
          <p:cNvSpPr/>
          <p:nvPr/>
        </p:nvSpPr>
        <p:spPr>
          <a:xfrm>
            <a:off x="1944608" y="9589390"/>
            <a:ext cx="0" cy="634838"/>
          </a:xfrm>
          <a:custGeom>
            <a:avLst/>
            <a:gdLst/>
            <a:ahLst/>
            <a:cxnLst/>
            <a:rect l="l" t="t" r="r" b="b"/>
            <a:pathLst>
              <a:path w="0" h="95">
                <a:moveTo>
                  <a:pt x="0" y="0"/>
                </a:moveTo>
                <a:lnTo>
                  <a:pt x="0" y="95"/>
                </a:lnTo>
              </a:path>
            </a:pathLst>
          </a:custGeom>
          <a:noFill/>
          <a:ln w="6682">
            <a:solidFill>
              <a:srgbClr val="58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-56"/>
          <p:cNvSpPr txBox="1"/>
          <p:nvPr/>
        </p:nvSpPr>
        <p:spPr>
          <a:xfrm>
            <a:off x="2058210" y="9800089"/>
            <a:ext cx="900266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02  住宿安排</a:t>
            </a:r>
          </a:p>
        </p:txBody>
      </p:sp>
      <p:sp>
        <p:nvSpPr>
          <p:cNvPr id="171" name="svg-element-170"/>
          <p:cNvSpPr/>
          <p:nvPr/>
        </p:nvSpPr>
        <p:spPr>
          <a:xfrm>
            <a:off x="2058210" y="10003705"/>
            <a:ext cx="1189485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vg-element-171"/>
          <p:cNvSpPr/>
          <p:nvPr/>
        </p:nvSpPr>
        <p:spPr>
          <a:xfrm>
            <a:off x="2058210" y="10117307"/>
            <a:ext cx="1009057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vg-element-172"/>
          <p:cNvSpPr/>
          <p:nvPr/>
        </p:nvSpPr>
        <p:spPr>
          <a:xfrm>
            <a:off x="3548408" y="9589390"/>
            <a:ext cx="0" cy="634838"/>
          </a:xfrm>
          <a:custGeom>
            <a:avLst/>
            <a:gdLst/>
            <a:ahLst/>
            <a:cxnLst/>
            <a:rect l="l" t="t" r="r" b="b"/>
            <a:pathLst>
              <a:path w="0" h="95">
                <a:moveTo>
                  <a:pt x="0" y="0"/>
                </a:moveTo>
                <a:lnTo>
                  <a:pt x="0" y="95"/>
                </a:lnTo>
              </a:path>
            </a:pathLst>
          </a:custGeom>
          <a:noFill/>
          <a:ln w="6682">
            <a:solidFill>
              <a:srgbClr val="58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-57"/>
          <p:cNvSpPr txBox="1"/>
          <p:nvPr/>
        </p:nvSpPr>
        <p:spPr>
          <a:xfrm>
            <a:off x="3662011" y="9800089"/>
            <a:ext cx="900266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03  出行提醒</a:t>
            </a:r>
          </a:p>
        </p:txBody>
      </p:sp>
      <p:sp>
        <p:nvSpPr>
          <p:cNvPr id="175" name="svg-element-174"/>
          <p:cNvSpPr/>
          <p:nvPr/>
        </p:nvSpPr>
        <p:spPr>
          <a:xfrm>
            <a:off x="3662011" y="10003705"/>
            <a:ext cx="1189485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vg-element-175"/>
          <p:cNvSpPr/>
          <p:nvPr/>
        </p:nvSpPr>
        <p:spPr>
          <a:xfrm>
            <a:off x="3662011" y="10117307"/>
            <a:ext cx="1009057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vg-element-176"/>
          <p:cNvSpPr/>
          <p:nvPr/>
        </p:nvSpPr>
        <p:spPr>
          <a:xfrm>
            <a:off x="5152209" y="9589390"/>
            <a:ext cx="0" cy="634838"/>
          </a:xfrm>
          <a:custGeom>
            <a:avLst/>
            <a:gdLst/>
            <a:ahLst/>
            <a:cxnLst/>
            <a:rect l="l" t="t" r="r" b="b"/>
            <a:pathLst>
              <a:path w="0" h="95">
                <a:moveTo>
                  <a:pt x="0" y="0"/>
                </a:moveTo>
                <a:lnTo>
                  <a:pt x="0" y="95"/>
                </a:lnTo>
              </a:path>
            </a:pathLst>
          </a:custGeom>
          <a:noFill/>
          <a:ln w="6682">
            <a:solidFill>
              <a:srgbClr val="58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-58"/>
          <p:cNvSpPr txBox="1"/>
          <p:nvPr/>
        </p:nvSpPr>
        <p:spPr>
          <a:xfrm>
            <a:off x="5265811" y="9800089"/>
            <a:ext cx="900266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FFE44D"/>
                </a:solidFill>
                <a:latin typeface="Microsoft YaHei"/>
              </a:defRPr>
            </a:pPr>
            <a:r>
              <a:rPr>
                <a:ea typeface="Microsoft YaHei"/>
              </a:rPr>
              <a:t>04  费用说明</a:t>
            </a:r>
          </a:p>
        </p:txBody>
      </p:sp>
      <p:sp>
        <p:nvSpPr>
          <p:cNvPr id="179" name="svg-element-178"/>
          <p:cNvSpPr/>
          <p:nvPr/>
        </p:nvSpPr>
        <p:spPr>
          <a:xfrm>
            <a:off x="5265811" y="10003705"/>
            <a:ext cx="1189485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vg-element-179"/>
          <p:cNvSpPr/>
          <p:nvPr/>
        </p:nvSpPr>
        <p:spPr>
          <a:xfrm>
            <a:off x="5265811" y="10117307"/>
            <a:ext cx="1009057" cy="46777"/>
          </a:xfrm>
          <a:prstGeom prst="roundRect">
            <a:avLst>
              <a:gd name="adj" fmla="val 50000"/>
            </a:avLst>
          </a:prstGeom>
          <a:solidFill>
            <a:srgbClr val="88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-59"/>
          <p:cNvSpPr txBox="1"/>
          <p:nvPr/>
        </p:nvSpPr>
        <p:spPr>
          <a:xfrm>
            <a:off x="4940734" y="10492062"/>
            <a:ext cx="1968972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163EF5"/>
                </a:solidFill>
                <a:latin typeface="Microsoft YaHei"/>
              </a:defRPr>
            </a:pPr>
            <a:r>
              <a:rPr spc="84">
                <a:ea typeface="Microsoft YaHei"/>
              </a:rPr>
              <a:t>DESIGNED TO BE FILLED  / 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