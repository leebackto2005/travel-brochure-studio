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217102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-element-1"/>
          <p:cNvSpPr/>
          <p:nvPr/>
        </p:nvSpPr>
        <p:spPr>
          <a:xfrm>
            <a:off x="0" y="0"/>
            <a:ext cx="7217102" cy="10692003"/>
          </a:xfrm>
          <a:prstGeom prst="rect">
            <a:avLst/>
          </a:prstGeom>
          <a:solidFill>
            <a:srgbClr val="F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vg-element-2"/>
          <p:cNvSpPr/>
          <p:nvPr/>
        </p:nvSpPr>
        <p:spPr>
          <a:xfrm>
            <a:off x="0" y="0"/>
            <a:ext cx="7217102" cy="113602"/>
          </a:xfrm>
          <a:prstGeom prst="rect">
            <a:avLst/>
          </a:prstGeom>
          <a:solidFill>
            <a:srgbClr val="244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-01"/>
          <p:cNvSpPr txBox="1"/>
          <p:nvPr/>
        </p:nvSpPr>
        <p:spPr>
          <a:xfrm>
            <a:off x="360855" y="274984"/>
            <a:ext cx="1704305" cy="397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41" b="1">
                <a:solidFill>
                  <a:srgbClr val="244B41"/>
                </a:solidFill>
                <a:latin typeface="Georgia"/>
              </a:defRPr>
            </a:pPr>
            <a:r>
              <a:rPr spc="53">
                <a:ea typeface="SimSun"/>
              </a:rPr>
              <a:t>JOURNEY</a:t>
            </a:r>
          </a:p>
        </p:txBody>
      </p:sp>
      <p:sp>
        <p:nvSpPr>
          <p:cNvPr id="5" name="text-02"/>
          <p:cNvSpPr txBox="1"/>
          <p:nvPr/>
        </p:nvSpPr>
        <p:spPr>
          <a:xfrm>
            <a:off x="360855" y="611649"/>
            <a:ext cx="2281539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1">
                <a:solidFill>
                  <a:srgbClr val="D96541"/>
                </a:solidFill>
                <a:latin typeface="Microsoft YaHei"/>
              </a:defRPr>
            </a:pPr>
            <a:r>
              <a:rPr spc="105">
                <a:ea typeface="Microsoft YaHei"/>
              </a:rPr>
              <a:t>旅行手记   /   TRAVEL ZINE</a:t>
            </a:r>
          </a:p>
        </p:txBody>
      </p:sp>
      <p:sp>
        <p:nvSpPr>
          <p:cNvPr id="6" name="svg-element-5"/>
          <p:cNvSpPr/>
          <p:nvPr/>
        </p:nvSpPr>
        <p:spPr>
          <a:xfrm>
            <a:off x="6161266" y="153697"/>
            <a:ext cx="574695" cy="574695"/>
          </a:xfrm>
          <a:prstGeom prst="ellipse">
            <a:avLst/>
          </a:prstGeom>
          <a:solidFill>
            <a:srgbClr val="D96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-03"/>
          <p:cNvSpPr txBox="1"/>
          <p:nvPr/>
        </p:nvSpPr>
        <p:spPr>
          <a:xfrm>
            <a:off x="6252950" y="219720"/>
            <a:ext cx="391327" cy="363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683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8" name="text-04"/>
          <p:cNvSpPr txBox="1"/>
          <p:nvPr/>
        </p:nvSpPr>
        <p:spPr>
          <a:xfrm>
            <a:off x="6286804" y="507201"/>
            <a:ext cx="323620" cy="113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526" b="1">
                <a:solidFill>
                  <a:srgbClr val="FFFFFF"/>
                </a:solidFill>
                <a:latin typeface="Microsoft YaHei"/>
              </a:defRPr>
            </a:pPr>
            <a:r>
              <a:rPr spc="63">
                <a:ea typeface="Microsoft YaHei"/>
              </a:rPr>
              <a:t>DAYS</a:t>
            </a:r>
          </a:p>
        </p:txBody>
      </p:sp>
      <p:sp>
        <p:nvSpPr>
          <p:cNvPr id="9" name="svg-element-8"/>
          <p:cNvSpPr/>
          <p:nvPr/>
        </p:nvSpPr>
        <p:spPr>
          <a:xfrm>
            <a:off x="360855" y="855360"/>
            <a:ext cx="6502074" cy="0"/>
          </a:xfrm>
          <a:custGeom>
            <a:avLst/>
            <a:gdLst/>
            <a:ahLst/>
            <a:cxnLst/>
            <a:rect l="l" t="t" r="r" b="b"/>
            <a:pathLst>
              <a:path w="973" h="0">
                <a:moveTo>
                  <a:pt x="0" y="0"/>
                </a:moveTo>
                <a:lnTo>
                  <a:pt x="973" y="0"/>
                </a:lnTo>
              </a:path>
            </a:pathLst>
          </a:custGeom>
          <a:noFill/>
          <a:ln w="6682">
            <a:solidFill>
              <a:srgbClr val="244B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-05"/>
          <p:cNvSpPr txBox="1"/>
          <p:nvPr/>
        </p:nvSpPr>
        <p:spPr>
          <a:xfrm>
            <a:off x="360855" y="967425"/>
            <a:ext cx="3226846" cy="6020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788" b="1">
                <a:solidFill>
                  <a:srgbClr val="244B41"/>
                </a:solidFill>
                <a:latin typeface="Georgia"/>
              </a:defRPr>
            </a:pPr>
            <a:r>
              <a:rPr>
                <a:ea typeface="SimSun"/>
              </a:rPr>
              <a:t>把旅程写进日常</a:t>
            </a:r>
          </a:p>
        </p:txBody>
      </p:sp>
      <p:sp>
        <p:nvSpPr>
          <p:cNvPr id="11" name="text-06"/>
          <p:cNvSpPr txBox="1"/>
          <p:nvPr/>
        </p:nvSpPr>
        <p:spPr>
          <a:xfrm>
            <a:off x="360855" y="1394103"/>
            <a:ext cx="2955269" cy="2044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47" b="0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五天四晚 · 线路名称 / 出发日期 / 旅程概览</a:t>
            </a:r>
          </a:p>
        </p:txBody>
      </p:sp>
      <p:sp>
        <p:nvSpPr>
          <p:cNvPr id="12" name="svg-element-11"/>
          <p:cNvSpPr/>
          <p:nvPr/>
        </p:nvSpPr>
        <p:spPr>
          <a:xfrm>
            <a:off x="360855" y="1663942"/>
            <a:ext cx="4437181" cy="1496880"/>
          </a:xfrm>
          <a:prstGeom prst="rect">
            <a:avLst/>
          </a:prstGeom>
          <a:solidFill>
            <a:srgbClr val="DCE5D9"/>
          </a:solidFill>
          <a:ln w="7684">
            <a:solidFill>
              <a:srgbClr val="A5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vg-element-12"/>
          <p:cNvSpPr/>
          <p:nvPr/>
        </p:nvSpPr>
        <p:spPr>
          <a:xfrm>
            <a:off x="380903" y="1683990"/>
            <a:ext cx="4397086" cy="1456785"/>
          </a:xfrm>
          <a:custGeom>
            <a:avLst/>
            <a:gdLst/>
            <a:ahLst/>
            <a:cxnLst/>
            <a:rect l="l" t="t" r="r" b="b"/>
            <a:pathLst>
              <a:path w="658" h="218">
                <a:moveTo>
                  <a:pt x="0" y="0"/>
                </a:moveTo>
                <a:lnTo>
                  <a:pt x="658" y="218"/>
                </a:lnTo>
              </a:path>
            </a:pathLst>
          </a:custGeom>
          <a:noFill/>
          <a:ln w="6014">
            <a:solidFill>
              <a:srgbClr val="A5B3A3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vg-element-13"/>
          <p:cNvSpPr/>
          <p:nvPr/>
        </p:nvSpPr>
        <p:spPr>
          <a:xfrm>
            <a:off x="380903" y="1683990"/>
            <a:ext cx="4397086" cy="1456785"/>
          </a:xfrm>
          <a:custGeom>
            <a:avLst/>
            <a:gdLst/>
            <a:ahLst/>
            <a:cxnLst/>
            <a:rect l="l" t="t" r="r" b="b"/>
            <a:pathLst>
              <a:path w="658" h="218">
                <a:moveTo>
                  <a:pt x="658" y="0"/>
                </a:moveTo>
                <a:lnTo>
                  <a:pt x="0" y="218"/>
                </a:lnTo>
              </a:path>
            </a:pathLst>
          </a:custGeom>
          <a:noFill/>
          <a:ln w="6014">
            <a:solidFill>
              <a:srgbClr val="A5B3A3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vg-element-14"/>
          <p:cNvSpPr/>
          <p:nvPr/>
        </p:nvSpPr>
        <p:spPr>
          <a:xfrm>
            <a:off x="2415724" y="2261224"/>
            <a:ext cx="327442" cy="245581"/>
          </a:xfrm>
          <a:prstGeom prst="roundRect">
            <a:avLst>
              <a:gd name="adj" fmla="val 5442"/>
            </a:avLst>
          </a:prstGeom>
          <a:noFill/>
          <a:ln w="13365">
            <a:solidFill>
              <a:srgbClr val="A5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vg-element-15"/>
          <p:cNvSpPr/>
          <p:nvPr/>
        </p:nvSpPr>
        <p:spPr>
          <a:xfrm>
            <a:off x="2631836" y="2313615"/>
            <a:ext cx="45841" cy="45841"/>
          </a:xfrm>
          <a:prstGeom prst="ellipse">
            <a:avLst/>
          </a:prstGeom>
          <a:solidFill>
            <a:srgbClr val="A5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vg-element-16"/>
          <p:cNvSpPr/>
          <p:nvPr/>
        </p:nvSpPr>
        <p:spPr>
          <a:xfrm>
            <a:off x="2452478" y="2378971"/>
            <a:ext cx="273983" cy="86873"/>
          </a:xfrm>
          <a:custGeom>
            <a:avLst/>
            <a:gdLst/>
            <a:ahLst/>
            <a:cxnLst/>
            <a:rect l="l" t="t" r="r" b="b"/>
            <a:pathLst>
              <a:path w="41" h="13">
                <a:moveTo>
                  <a:pt x="0" y="13"/>
                </a:moveTo>
                <a:lnTo>
                  <a:pt x="11" y="0"/>
                </a:lnTo>
                <a:lnTo>
                  <a:pt x="19" y="8"/>
                </a:lnTo>
                <a:lnTo>
                  <a:pt x="27" y="0"/>
                </a:lnTo>
                <a:lnTo>
                  <a:pt x="41" y="13"/>
                </a:lnTo>
                <a:close/>
              </a:path>
            </a:pathLst>
          </a:custGeom>
          <a:solidFill>
            <a:srgbClr val="A5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vg-element-17"/>
          <p:cNvSpPr/>
          <p:nvPr/>
        </p:nvSpPr>
        <p:spPr>
          <a:xfrm>
            <a:off x="420997" y="2960348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-07"/>
          <p:cNvSpPr txBox="1"/>
          <p:nvPr/>
        </p:nvSpPr>
        <p:spPr>
          <a:xfrm>
            <a:off x="474457" y="3000977"/>
            <a:ext cx="669319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5B3A3"/>
                </a:solidFill>
                <a:latin typeface="Microsoft YaHei"/>
              </a:defRPr>
            </a:pPr>
            <a:r>
              <a:rPr>
                <a:ea typeface="Microsoft YaHei"/>
              </a:rPr>
              <a:t>封面照片占位</a:t>
            </a:r>
          </a:p>
        </p:txBody>
      </p:sp>
      <p:sp>
        <p:nvSpPr>
          <p:cNvPr id="20" name="svg-element-19"/>
          <p:cNvSpPr/>
          <p:nvPr/>
        </p:nvSpPr>
        <p:spPr>
          <a:xfrm>
            <a:off x="4925003" y="1663942"/>
            <a:ext cx="1937925" cy="1496880"/>
          </a:xfrm>
          <a:prstGeom prst="rect">
            <a:avLst/>
          </a:prstGeom>
          <a:solidFill>
            <a:srgbClr val="F0E2D2"/>
          </a:solidFill>
          <a:ln w="7684">
            <a:solidFill>
              <a:srgbClr val="C8A7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vg-element-20"/>
          <p:cNvSpPr/>
          <p:nvPr/>
        </p:nvSpPr>
        <p:spPr>
          <a:xfrm>
            <a:off x="4945051" y="1683990"/>
            <a:ext cx="1897831" cy="1456785"/>
          </a:xfrm>
          <a:custGeom>
            <a:avLst/>
            <a:gdLst/>
            <a:ahLst/>
            <a:cxnLst/>
            <a:rect l="l" t="t" r="r" b="b"/>
            <a:pathLst>
              <a:path w="284" h="218">
                <a:moveTo>
                  <a:pt x="0" y="0"/>
                </a:moveTo>
                <a:lnTo>
                  <a:pt x="284" y="218"/>
                </a:lnTo>
              </a:path>
            </a:pathLst>
          </a:custGeom>
          <a:noFill/>
          <a:ln w="6014">
            <a:solidFill>
              <a:srgbClr val="C8A78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vg-element-21"/>
          <p:cNvSpPr/>
          <p:nvPr/>
        </p:nvSpPr>
        <p:spPr>
          <a:xfrm>
            <a:off x="4945051" y="1683990"/>
            <a:ext cx="1897831" cy="1456785"/>
          </a:xfrm>
          <a:custGeom>
            <a:avLst/>
            <a:gdLst/>
            <a:ahLst/>
            <a:cxnLst/>
            <a:rect l="l" t="t" r="r" b="b"/>
            <a:pathLst>
              <a:path w="284" h="218">
                <a:moveTo>
                  <a:pt x="284" y="0"/>
                </a:moveTo>
                <a:lnTo>
                  <a:pt x="0" y="218"/>
                </a:lnTo>
              </a:path>
            </a:pathLst>
          </a:custGeom>
          <a:noFill/>
          <a:ln w="6014">
            <a:solidFill>
              <a:srgbClr val="C8A78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vg-element-22"/>
          <p:cNvSpPr/>
          <p:nvPr/>
        </p:nvSpPr>
        <p:spPr>
          <a:xfrm>
            <a:off x="5730245" y="2261224"/>
            <a:ext cx="327442" cy="245581"/>
          </a:xfrm>
          <a:prstGeom prst="roundRect">
            <a:avLst>
              <a:gd name="adj" fmla="val 5442"/>
            </a:avLst>
          </a:prstGeom>
          <a:noFill/>
          <a:ln w="13365">
            <a:solidFill>
              <a:srgbClr val="C8A7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vg-element-23"/>
          <p:cNvSpPr/>
          <p:nvPr/>
        </p:nvSpPr>
        <p:spPr>
          <a:xfrm>
            <a:off x="5946357" y="2313615"/>
            <a:ext cx="45841" cy="45841"/>
          </a:xfrm>
          <a:prstGeom prst="ellipse">
            <a:avLst/>
          </a:prstGeom>
          <a:solidFill>
            <a:srgbClr val="C8A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vg-element-24"/>
          <p:cNvSpPr/>
          <p:nvPr/>
        </p:nvSpPr>
        <p:spPr>
          <a:xfrm>
            <a:off x="5766999" y="2378971"/>
            <a:ext cx="273983" cy="86873"/>
          </a:xfrm>
          <a:custGeom>
            <a:avLst/>
            <a:gdLst/>
            <a:ahLst/>
            <a:cxnLst/>
            <a:rect l="l" t="t" r="r" b="b"/>
            <a:pathLst>
              <a:path w="41" h="13">
                <a:moveTo>
                  <a:pt x="0" y="13"/>
                </a:moveTo>
                <a:lnTo>
                  <a:pt x="11" y="0"/>
                </a:lnTo>
                <a:lnTo>
                  <a:pt x="19" y="8"/>
                </a:lnTo>
                <a:lnTo>
                  <a:pt x="27" y="0"/>
                </a:lnTo>
                <a:lnTo>
                  <a:pt x="41" y="13"/>
                </a:lnTo>
                <a:close/>
              </a:path>
            </a:pathLst>
          </a:custGeom>
          <a:solidFill>
            <a:srgbClr val="C8A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vg-element-25"/>
          <p:cNvSpPr/>
          <p:nvPr/>
        </p:nvSpPr>
        <p:spPr>
          <a:xfrm>
            <a:off x="4985146" y="2960348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-08"/>
          <p:cNvSpPr txBox="1"/>
          <p:nvPr/>
        </p:nvSpPr>
        <p:spPr>
          <a:xfrm>
            <a:off x="5038606" y="3000977"/>
            <a:ext cx="46403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C8A78D"/>
                </a:solidFill>
                <a:latin typeface="Microsoft YaHei"/>
              </a:defRPr>
            </a:pPr>
            <a:r>
              <a:rPr>
                <a:ea typeface="Microsoft YaHei"/>
              </a:rPr>
              <a:t>次要照片</a:t>
            </a:r>
          </a:p>
        </p:txBody>
      </p:sp>
      <p:sp>
        <p:nvSpPr>
          <p:cNvPr id="28" name="svg-element-27"/>
          <p:cNvSpPr/>
          <p:nvPr/>
        </p:nvSpPr>
        <p:spPr>
          <a:xfrm>
            <a:off x="360855" y="3281108"/>
            <a:ext cx="6508756" cy="681615"/>
          </a:xfrm>
          <a:prstGeom prst="rect">
            <a:avLst/>
          </a:prstGeom>
          <a:solidFill>
            <a:srgbClr val="244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-09"/>
          <p:cNvSpPr txBox="1"/>
          <p:nvPr/>
        </p:nvSpPr>
        <p:spPr>
          <a:xfrm>
            <a:off x="534600" y="3386090"/>
            <a:ext cx="1677328" cy="2158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99" b="1">
                <a:solidFill>
                  <a:srgbClr val="FFFFFF"/>
                </a:solidFill>
                <a:latin typeface="Microsoft YaHei"/>
              </a:defRPr>
            </a:pPr>
            <a:r>
              <a:rPr spc="63">
                <a:ea typeface="Microsoft YaHei"/>
              </a:rPr>
              <a:t>ROUTE  /  行程路线</a:t>
            </a:r>
          </a:p>
        </p:txBody>
      </p:sp>
      <p:sp>
        <p:nvSpPr>
          <p:cNvPr id="30" name="svg-element-29"/>
          <p:cNvSpPr/>
          <p:nvPr/>
        </p:nvSpPr>
        <p:spPr>
          <a:xfrm>
            <a:off x="1536975" y="3668694"/>
            <a:ext cx="4490641" cy="0"/>
          </a:xfrm>
          <a:custGeom>
            <a:avLst/>
            <a:gdLst/>
            <a:ahLst/>
            <a:cxnLst/>
            <a:rect l="l" t="t" r="r" b="b"/>
            <a:pathLst>
              <a:path w="672" h="0">
                <a:moveTo>
                  <a:pt x="0" y="0"/>
                </a:moveTo>
                <a:lnTo>
                  <a:pt x="672" y="0"/>
                </a:lnTo>
              </a:path>
            </a:pathLst>
          </a:custGeom>
          <a:noFill/>
          <a:ln w="20047">
            <a:solidFill>
              <a:srgbClr val="B7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vg-element-30"/>
          <p:cNvSpPr/>
          <p:nvPr/>
        </p:nvSpPr>
        <p:spPr>
          <a:xfrm>
            <a:off x="1536975" y="3601868"/>
            <a:ext cx="133650" cy="133650"/>
          </a:xfrm>
          <a:prstGeom prst="ellipse">
            <a:avLst/>
          </a:prstGeom>
          <a:solidFill>
            <a:srgbClr val="D96541"/>
          </a:solidFill>
          <a:ln w="13365">
            <a:solidFill>
              <a:srgbClr val="FA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-10"/>
          <p:cNvSpPr txBox="1"/>
          <p:nvPr/>
        </p:nvSpPr>
        <p:spPr>
          <a:xfrm>
            <a:off x="1508641" y="3756702"/>
            <a:ext cx="190317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33" name="svg-element-32"/>
          <p:cNvSpPr/>
          <p:nvPr/>
        </p:nvSpPr>
        <p:spPr>
          <a:xfrm>
            <a:off x="2612858" y="3601868"/>
            <a:ext cx="133650" cy="133650"/>
          </a:xfrm>
          <a:prstGeom prst="ellipse">
            <a:avLst/>
          </a:prstGeom>
          <a:solidFill>
            <a:srgbClr val="F6D5A1"/>
          </a:solidFill>
          <a:ln w="13365">
            <a:solidFill>
              <a:srgbClr val="FA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-11"/>
          <p:cNvSpPr txBox="1"/>
          <p:nvPr/>
        </p:nvSpPr>
        <p:spPr>
          <a:xfrm>
            <a:off x="2584524" y="3756702"/>
            <a:ext cx="190317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35" name="svg-element-34"/>
          <p:cNvSpPr/>
          <p:nvPr/>
        </p:nvSpPr>
        <p:spPr>
          <a:xfrm>
            <a:off x="3688741" y="3601868"/>
            <a:ext cx="133650" cy="133650"/>
          </a:xfrm>
          <a:prstGeom prst="ellipse">
            <a:avLst/>
          </a:prstGeom>
          <a:solidFill>
            <a:srgbClr val="F6D5A1"/>
          </a:solidFill>
          <a:ln w="13365">
            <a:solidFill>
              <a:srgbClr val="FA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-12"/>
          <p:cNvSpPr txBox="1"/>
          <p:nvPr/>
        </p:nvSpPr>
        <p:spPr>
          <a:xfrm>
            <a:off x="3660407" y="3756702"/>
            <a:ext cx="190317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37" name="svg-element-36"/>
          <p:cNvSpPr/>
          <p:nvPr/>
        </p:nvSpPr>
        <p:spPr>
          <a:xfrm>
            <a:off x="4764623" y="3601868"/>
            <a:ext cx="133650" cy="133650"/>
          </a:xfrm>
          <a:prstGeom prst="ellipse">
            <a:avLst/>
          </a:prstGeom>
          <a:solidFill>
            <a:srgbClr val="F6D5A1"/>
          </a:solidFill>
          <a:ln w="13365">
            <a:solidFill>
              <a:srgbClr val="FA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-13"/>
          <p:cNvSpPr txBox="1"/>
          <p:nvPr/>
        </p:nvSpPr>
        <p:spPr>
          <a:xfrm>
            <a:off x="4736290" y="3756702"/>
            <a:ext cx="190317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39" name="svg-element-38"/>
          <p:cNvSpPr/>
          <p:nvPr/>
        </p:nvSpPr>
        <p:spPr>
          <a:xfrm>
            <a:off x="5840506" y="3601868"/>
            <a:ext cx="133650" cy="133650"/>
          </a:xfrm>
          <a:prstGeom prst="ellipse">
            <a:avLst/>
          </a:prstGeom>
          <a:solidFill>
            <a:srgbClr val="D96541"/>
          </a:solidFill>
          <a:ln w="13365">
            <a:solidFill>
              <a:srgbClr val="FA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-14"/>
          <p:cNvSpPr txBox="1"/>
          <p:nvPr/>
        </p:nvSpPr>
        <p:spPr>
          <a:xfrm>
            <a:off x="5812172" y="3756702"/>
            <a:ext cx="190317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41" name="text-15"/>
          <p:cNvSpPr txBox="1"/>
          <p:nvPr/>
        </p:nvSpPr>
        <p:spPr>
          <a:xfrm>
            <a:off x="534600" y="3737255"/>
            <a:ext cx="55361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B8D3C5"/>
                </a:solidFill>
                <a:latin typeface="Microsoft YaHei"/>
              </a:defRPr>
            </a:pPr>
            <a:r>
              <a:rPr spc="68">
                <a:ea typeface="Microsoft YaHei"/>
              </a:rPr>
              <a:t>5 DAYS</a:t>
            </a:r>
          </a:p>
        </p:txBody>
      </p:sp>
      <p:sp>
        <p:nvSpPr>
          <p:cNvPr id="42" name="text-16"/>
          <p:cNvSpPr txBox="1"/>
          <p:nvPr/>
        </p:nvSpPr>
        <p:spPr>
          <a:xfrm>
            <a:off x="360855" y="4112612"/>
            <a:ext cx="2602433" cy="3067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20" b="1">
                <a:solidFill>
                  <a:srgbClr val="244B41"/>
                </a:solidFill>
                <a:latin typeface="Georgia"/>
              </a:defRPr>
            </a:pPr>
            <a:r>
              <a:rPr>
                <a:ea typeface="SimSun"/>
              </a:rPr>
              <a:t>DAILY FIELD NOTES</a:t>
            </a:r>
          </a:p>
        </p:txBody>
      </p:sp>
      <p:sp>
        <p:nvSpPr>
          <p:cNvPr id="43" name="svg-element-42"/>
          <p:cNvSpPr/>
          <p:nvPr/>
        </p:nvSpPr>
        <p:spPr>
          <a:xfrm>
            <a:off x="367538" y="4356991"/>
            <a:ext cx="6495392" cy="0"/>
          </a:xfrm>
          <a:custGeom>
            <a:avLst/>
            <a:gdLst/>
            <a:ahLst/>
            <a:cxnLst/>
            <a:rect l="l" t="t" r="r" b="b"/>
            <a:pathLst>
              <a:path w="972" h="0">
                <a:moveTo>
                  <a:pt x="0" y="0"/>
                </a:moveTo>
                <a:lnTo>
                  <a:pt x="972" y="0"/>
                </a:lnTo>
              </a:path>
            </a:pathLst>
          </a:custGeom>
          <a:noFill/>
          <a:ln w="6682">
            <a:solidFill>
              <a:srgbClr val="244B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-17"/>
          <p:cNvSpPr txBox="1"/>
          <p:nvPr/>
        </p:nvSpPr>
        <p:spPr>
          <a:xfrm>
            <a:off x="367537" y="4455023"/>
            <a:ext cx="694980" cy="715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314" b="1">
                <a:solidFill>
                  <a:srgbClr val="D96541"/>
                </a:solidFill>
                <a:latin typeface="Georgia"/>
              </a:defRPr>
            </a:pPr>
            <a:r>
              <a:rPr>
                <a:ea typeface="SimSun"/>
              </a:rPr>
              <a:t>01</a:t>
            </a:r>
          </a:p>
        </p:txBody>
      </p:sp>
      <p:sp>
        <p:nvSpPr>
          <p:cNvPr id="45" name="text-18"/>
          <p:cNvSpPr txBox="1"/>
          <p:nvPr/>
        </p:nvSpPr>
        <p:spPr>
          <a:xfrm>
            <a:off x="394267" y="4912774"/>
            <a:ext cx="331285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244B41"/>
                </a:solidFill>
                <a:latin typeface="Microsoft YaHei"/>
              </a:defRPr>
            </a:pPr>
            <a:r>
              <a:rPr spc="105">
                <a:ea typeface="Microsoft YaHei"/>
              </a:rPr>
              <a:t>DAY</a:t>
            </a:r>
          </a:p>
        </p:txBody>
      </p:sp>
      <p:sp>
        <p:nvSpPr>
          <p:cNvPr id="46" name="svg-element-45"/>
          <p:cNvSpPr/>
          <p:nvPr/>
        </p:nvSpPr>
        <p:spPr>
          <a:xfrm>
            <a:off x="1002375" y="4524053"/>
            <a:ext cx="1904513" cy="815265"/>
          </a:xfrm>
          <a:prstGeom prst="rect">
            <a:avLst/>
          </a:prstGeom>
          <a:solidFill>
            <a:srgbClr val="E5E7D8"/>
          </a:solidFill>
          <a:ln w="7684">
            <a:solidFill>
              <a:srgbClr val="AEB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vg-element-46"/>
          <p:cNvSpPr/>
          <p:nvPr/>
        </p:nvSpPr>
        <p:spPr>
          <a:xfrm>
            <a:off x="1022423" y="4544101"/>
            <a:ext cx="1864418" cy="775170"/>
          </a:xfrm>
          <a:custGeom>
            <a:avLst/>
            <a:gdLst/>
            <a:ahLst/>
            <a:cxnLst/>
            <a:rect l="l" t="t" r="r" b="b"/>
            <a:pathLst>
              <a:path w="279" h="116">
                <a:moveTo>
                  <a:pt x="0" y="0"/>
                </a:moveTo>
                <a:lnTo>
                  <a:pt x="279" y="116"/>
                </a:lnTo>
              </a:path>
            </a:pathLst>
          </a:custGeom>
          <a:noFill/>
          <a:ln w="6014">
            <a:solidFill>
              <a:srgbClr val="AEBDA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vg-element-47"/>
          <p:cNvSpPr/>
          <p:nvPr/>
        </p:nvSpPr>
        <p:spPr>
          <a:xfrm>
            <a:off x="1022423" y="4544101"/>
            <a:ext cx="1864418" cy="775170"/>
          </a:xfrm>
          <a:custGeom>
            <a:avLst/>
            <a:gdLst/>
            <a:ahLst/>
            <a:cxnLst/>
            <a:rect l="l" t="t" r="r" b="b"/>
            <a:pathLst>
              <a:path w="279" h="116">
                <a:moveTo>
                  <a:pt x="279" y="0"/>
                </a:moveTo>
                <a:lnTo>
                  <a:pt x="0" y="116"/>
                </a:lnTo>
              </a:path>
            </a:pathLst>
          </a:custGeom>
          <a:noFill/>
          <a:ln w="6014">
            <a:solidFill>
              <a:srgbClr val="AEBDA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vg-element-48"/>
          <p:cNvSpPr/>
          <p:nvPr/>
        </p:nvSpPr>
        <p:spPr>
          <a:xfrm>
            <a:off x="1824189" y="4805820"/>
            <a:ext cx="260884" cy="195663"/>
          </a:xfrm>
          <a:prstGeom prst="roundRect">
            <a:avLst>
              <a:gd name="adj" fmla="val 6830"/>
            </a:avLst>
          </a:prstGeom>
          <a:noFill/>
          <a:ln w="13365">
            <a:solidFill>
              <a:srgbClr val="AEB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vg-element-49"/>
          <p:cNvSpPr/>
          <p:nvPr/>
        </p:nvSpPr>
        <p:spPr>
          <a:xfrm>
            <a:off x="1996373" y="4847561"/>
            <a:ext cx="36523" cy="36523"/>
          </a:xfrm>
          <a:prstGeom prst="ellipse">
            <a:avLst/>
          </a:prstGeom>
          <a:solidFill>
            <a:srgbClr val="AEB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vg-element-50"/>
          <p:cNvSpPr/>
          <p:nvPr/>
        </p:nvSpPr>
        <p:spPr>
          <a:xfrm>
            <a:off x="1851053" y="4898274"/>
            <a:ext cx="220523" cy="73508"/>
          </a:xfrm>
          <a:custGeom>
            <a:avLst/>
            <a:gdLst/>
            <a:ahLst/>
            <a:cxnLst/>
            <a:rect l="l" t="t" r="r" b="b"/>
            <a:pathLst>
              <a:path w="33" h="11">
                <a:moveTo>
                  <a:pt x="0" y="11"/>
                </a:moveTo>
                <a:lnTo>
                  <a:pt x="9" y="0"/>
                </a:lnTo>
                <a:lnTo>
                  <a:pt x="15" y="7"/>
                </a:lnTo>
                <a:lnTo>
                  <a:pt x="22" y="0"/>
                </a:lnTo>
                <a:lnTo>
                  <a:pt x="33" y="11"/>
                </a:lnTo>
                <a:close/>
              </a:path>
            </a:pathLst>
          </a:custGeom>
          <a:solidFill>
            <a:srgbClr val="AEB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vg-element-51"/>
          <p:cNvSpPr/>
          <p:nvPr/>
        </p:nvSpPr>
        <p:spPr>
          <a:xfrm>
            <a:off x="1062517" y="5138843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-19"/>
          <p:cNvSpPr txBox="1"/>
          <p:nvPr/>
        </p:nvSpPr>
        <p:spPr>
          <a:xfrm>
            <a:off x="1115977" y="5179473"/>
            <a:ext cx="46403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EBDAA"/>
                </a:solidFill>
                <a:latin typeface="Microsoft YaHei"/>
              </a:defRPr>
            </a:pPr>
            <a:r>
              <a:rPr>
                <a:ea typeface="Microsoft YaHei"/>
              </a:rPr>
              <a:t>行程照片</a:t>
            </a:r>
          </a:p>
        </p:txBody>
      </p:sp>
      <p:sp>
        <p:nvSpPr>
          <p:cNvPr id="54" name="text-20"/>
          <p:cNvSpPr txBox="1"/>
          <p:nvPr/>
        </p:nvSpPr>
        <p:spPr>
          <a:xfrm>
            <a:off x="3388028" y="4584062"/>
            <a:ext cx="1948082" cy="249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7" b="1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每日目的地 / 行程标题</a:t>
            </a:r>
          </a:p>
        </p:txBody>
      </p:sp>
      <p:sp>
        <p:nvSpPr>
          <p:cNvPr id="55" name="svg-element-54"/>
          <p:cNvSpPr/>
          <p:nvPr/>
        </p:nvSpPr>
        <p:spPr>
          <a:xfrm>
            <a:off x="3388028" y="4831448"/>
            <a:ext cx="1871100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vg-element-55"/>
          <p:cNvSpPr/>
          <p:nvPr/>
        </p:nvSpPr>
        <p:spPr>
          <a:xfrm>
            <a:off x="3388028" y="4971781"/>
            <a:ext cx="1623847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vg-element-56"/>
          <p:cNvSpPr/>
          <p:nvPr/>
        </p:nvSpPr>
        <p:spPr>
          <a:xfrm>
            <a:off x="3388028" y="5112113"/>
            <a:ext cx="1369912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-21"/>
          <p:cNvSpPr txBox="1"/>
          <p:nvPr/>
        </p:nvSpPr>
        <p:spPr>
          <a:xfrm>
            <a:off x="3388028" y="5254183"/>
            <a:ext cx="1312977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日期 · 景点 · 交通 · 用餐</a:t>
            </a:r>
          </a:p>
        </p:txBody>
      </p:sp>
      <p:sp>
        <p:nvSpPr>
          <p:cNvPr id="59" name="svg-element-58"/>
          <p:cNvSpPr/>
          <p:nvPr/>
        </p:nvSpPr>
        <p:spPr>
          <a:xfrm>
            <a:off x="360855" y="5432874"/>
            <a:ext cx="6495392" cy="0"/>
          </a:xfrm>
          <a:custGeom>
            <a:avLst/>
            <a:gdLst/>
            <a:ahLst/>
            <a:cxnLst/>
            <a:rect l="l" t="t" r="r" b="b"/>
            <a:pathLst>
              <a:path w="972" h="0">
                <a:moveTo>
                  <a:pt x="0" y="0"/>
                </a:moveTo>
                <a:lnTo>
                  <a:pt x="972" y="0"/>
                </a:lnTo>
              </a:path>
            </a:pathLst>
          </a:custGeom>
          <a:noFill/>
          <a:ln w="6682">
            <a:solidFill>
              <a:srgbClr val="D1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-22"/>
          <p:cNvSpPr txBox="1"/>
          <p:nvPr/>
        </p:nvSpPr>
        <p:spPr>
          <a:xfrm>
            <a:off x="6040981" y="5477446"/>
            <a:ext cx="769824" cy="715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314" b="1">
                <a:solidFill>
                  <a:srgbClr val="D96541"/>
                </a:solidFill>
                <a:latin typeface="Georgia"/>
              </a:defRPr>
            </a:pPr>
            <a:r>
              <a:rPr>
                <a:ea typeface="SimSun"/>
              </a:rPr>
              <a:t>02</a:t>
            </a:r>
          </a:p>
        </p:txBody>
      </p:sp>
      <p:sp>
        <p:nvSpPr>
          <p:cNvPr id="61" name="text-23"/>
          <p:cNvSpPr txBox="1"/>
          <p:nvPr/>
        </p:nvSpPr>
        <p:spPr>
          <a:xfrm>
            <a:off x="6061029" y="5935197"/>
            <a:ext cx="331285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244B41"/>
                </a:solidFill>
                <a:latin typeface="Microsoft YaHei"/>
              </a:defRPr>
            </a:pPr>
            <a:r>
              <a:rPr spc="105">
                <a:ea typeface="Microsoft YaHei"/>
              </a:rPr>
              <a:t>DAY</a:t>
            </a:r>
          </a:p>
        </p:txBody>
      </p:sp>
      <p:sp>
        <p:nvSpPr>
          <p:cNvPr id="62" name="svg-element-61"/>
          <p:cNvSpPr/>
          <p:nvPr/>
        </p:nvSpPr>
        <p:spPr>
          <a:xfrm>
            <a:off x="3982771" y="5546476"/>
            <a:ext cx="1904513" cy="815265"/>
          </a:xfrm>
          <a:prstGeom prst="rect">
            <a:avLst/>
          </a:prstGeom>
          <a:solidFill>
            <a:srgbClr val="E5E7D8"/>
          </a:solidFill>
          <a:ln w="7684">
            <a:solidFill>
              <a:srgbClr val="AEB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vg-element-62"/>
          <p:cNvSpPr/>
          <p:nvPr/>
        </p:nvSpPr>
        <p:spPr>
          <a:xfrm>
            <a:off x="4002819" y="5566524"/>
            <a:ext cx="1864418" cy="775170"/>
          </a:xfrm>
          <a:custGeom>
            <a:avLst/>
            <a:gdLst/>
            <a:ahLst/>
            <a:cxnLst/>
            <a:rect l="l" t="t" r="r" b="b"/>
            <a:pathLst>
              <a:path w="279" h="116">
                <a:moveTo>
                  <a:pt x="0" y="0"/>
                </a:moveTo>
                <a:lnTo>
                  <a:pt x="279" y="116"/>
                </a:lnTo>
              </a:path>
            </a:pathLst>
          </a:custGeom>
          <a:noFill/>
          <a:ln w="6014">
            <a:solidFill>
              <a:srgbClr val="AEBDA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vg-element-63"/>
          <p:cNvSpPr/>
          <p:nvPr/>
        </p:nvSpPr>
        <p:spPr>
          <a:xfrm>
            <a:off x="4002819" y="5566524"/>
            <a:ext cx="1864418" cy="775170"/>
          </a:xfrm>
          <a:custGeom>
            <a:avLst/>
            <a:gdLst/>
            <a:ahLst/>
            <a:cxnLst/>
            <a:rect l="l" t="t" r="r" b="b"/>
            <a:pathLst>
              <a:path w="279" h="116">
                <a:moveTo>
                  <a:pt x="279" y="0"/>
                </a:moveTo>
                <a:lnTo>
                  <a:pt x="0" y="116"/>
                </a:lnTo>
              </a:path>
            </a:pathLst>
          </a:custGeom>
          <a:noFill/>
          <a:ln w="6014">
            <a:solidFill>
              <a:srgbClr val="AEBDA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vg-element-64"/>
          <p:cNvSpPr/>
          <p:nvPr/>
        </p:nvSpPr>
        <p:spPr>
          <a:xfrm>
            <a:off x="4804585" y="5828242"/>
            <a:ext cx="260884" cy="195663"/>
          </a:xfrm>
          <a:prstGeom prst="roundRect">
            <a:avLst>
              <a:gd name="adj" fmla="val 6830"/>
            </a:avLst>
          </a:prstGeom>
          <a:noFill/>
          <a:ln w="13365">
            <a:solidFill>
              <a:srgbClr val="AEB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vg-element-65"/>
          <p:cNvSpPr/>
          <p:nvPr/>
        </p:nvSpPr>
        <p:spPr>
          <a:xfrm>
            <a:off x="4976769" y="5869984"/>
            <a:ext cx="36523" cy="36523"/>
          </a:xfrm>
          <a:prstGeom prst="ellipse">
            <a:avLst/>
          </a:prstGeom>
          <a:solidFill>
            <a:srgbClr val="AEB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vg-element-66"/>
          <p:cNvSpPr/>
          <p:nvPr/>
        </p:nvSpPr>
        <p:spPr>
          <a:xfrm>
            <a:off x="4831449" y="5920697"/>
            <a:ext cx="220523" cy="73508"/>
          </a:xfrm>
          <a:custGeom>
            <a:avLst/>
            <a:gdLst/>
            <a:ahLst/>
            <a:cxnLst/>
            <a:rect l="l" t="t" r="r" b="b"/>
            <a:pathLst>
              <a:path w="33" h="11">
                <a:moveTo>
                  <a:pt x="0" y="11"/>
                </a:moveTo>
                <a:lnTo>
                  <a:pt x="9" y="0"/>
                </a:lnTo>
                <a:lnTo>
                  <a:pt x="15" y="7"/>
                </a:lnTo>
                <a:lnTo>
                  <a:pt x="22" y="0"/>
                </a:lnTo>
                <a:lnTo>
                  <a:pt x="33" y="11"/>
                </a:lnTo>
                <a:close/>
              </a:path>
            </a:pathLst>
          </a:custGeom>
          <a:solidFill>
            <a:srgbClr val="AEB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vg-element-67"/>
          <p:cNvSpPr/>
          <p:nvPr/>
        </p:nvSpPr>
        <p:spPr>
          <a:xfrm>
            <a:off x="4042913" y="6161266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-24"/>
          <p:cNvSpPr txBox="1"/>
          <p:nvPr/>
        </p:nvSpPr>
        <p:spPr>
          <a:xfrm>
            <a:off x="4096373" y="6201896"/>
            <a:ext cx="46403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EBDAA"/>
                </a:solidFill>
                <a:latin typeface="Microsoft YaHei"/>
              </a:defRPr>
            </a:pPr>
            <a:r>
              <a:rPr>
                <a:ea typeface="Microsoft YaHei"/>
              </a:rPr>
              <a:t>行程照片</a:t>
            </a:r>
          </a:p>
        </p:txBody>
      </p:sp>
      <p:sp>
        <p:nvSpPr>
          <p:cNvPr id="70" name="text-25"/>
          <p:cNvSpPr txBox="1"/>
          <p:nvPr/>
        </p:nvSpPr>
        <p:spPr>
          <a:xfrm>
            <a:off x="481140" y="5606485"/>
            <a:ext cx="1948082" cy="249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7" b="1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每日目的地 / 行程标题</a:t>
            </a:r>
          </a:p>
        </p:txBody>
      </p:sp>
      <p:sp>
        <p:nvSpPr>
          <p:cNvPr id="71" name="svg-element-70"/>
          <p:cNvSpPr/>
          <p:nvPr/>
        </p:nvSpPr>
        <p:spPr>
          <a:xfrm>
            <a:off x="481140" y="5853871"/>
            <a:ext cx="1871100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vg-element-71"/>
          <p:cNvSpPr/>
          <p:nvPr/>
        </p:nvSpPr>
        <p:spPr>
          <a:xfrm>
            <a:off x="481140" y="5994204"/>
            <a:ext cx="1623847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vg-element-72"/>
          <p:cNvSpPr/>
          <p:nvPr/>
        </p:nvSpPr>
        <p:spPr>
          <a:xfrm>
            <a:off x="481140" y="6134536"/>
            <a:ext cx="1369912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-26"/>
          <p:cNvSpPr txBox="1"/>
          <p:nvPr/>
        </p:nvSpPr>
        <p:spPr>
          <a:xfrm>
            <a:off x="481140" y="6276606"/>
            <a:ext cx="1312977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日期 · 景点 · 交通 · 用餐</a:t>
            </a:r>
          </a:p>
        </p:txBody>
      </p:sp>
      <p:sp>
        <p:nvSpPr>
          <p:cNvPr id="75" name="svg-element-74"/>
          <p:cNvSpPr/>
          <p:nvPr/>
        </p:nvSpPr>
        <p:spPr>
          <a:xfrm>
            <a:off x="360855" y="6455297"/>
            <a:ext cx="6495392" cy="0"/>
          </a:xfrm>
          <a:custGeom>
            <a:avLst/>
            <a:gdLst/>
            <a:ahLst/>
            <a:cxnLst/>
            <a:rect l="l" t="t" r="r" b="b"/>
            <a:pathLst>
              <a:path w="972" h="0">
                <a:moveTo>
                  <a:pt x="0" y="0"/>
                </a:moveTo>
                <a:lnTo>
                  <a:pt x="972" y="0"/>
                </a:lnTo>
              </a:path>
            </a:pathLst>
          </a:custGeom>
          <a:noFill/>
          <a:ln w="6682">
            <a:solidFill>
              <a:srgbClr val="D1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-27"/>
          <p:cNvSpPr txBox="1"/>
          <p:nvPr/>
        </p:nvSpPr>
        <p:spPr>
          <a:xfrm>
            <a:off x="367537" y="6499869"/>
            <a:ext cx="767685" cy="715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314" b="1">
                <a:solidFill>
                  <a:srgbClr val="D96541"/>
                </a:solidFill>
                <a:latin typeface="Georgia"/>
              </a:defRPr>
            </a:pPr>
            <a:r>
              <a:rPr>
                <a:ea typeface="SimSun"/>
              </a:rPr>
              <a:t>03</a:t>
            </a:r>
          </a:p>
        </p:txBody>
      </p:sp>
      <p:sp>
        <p:nvSpPr>
          <p:cNvPr id="77" name="text-28"/>
          <p:cNvSpPr txBox="1"/>
          <p:nvPr/>
        </p:nvSpPr>
        <p:spPr>
          <a:xfrm>
            <a:off x="394267" y="6957620"/>
            <a:ext cx="331285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244B41"/>
                </a:solidFill>
                <a:latin typeface="Microsoft YaHei"/>
              </a:defRPr>
            </a:pPr>
            <a:r>
              <a:rPr spc="105">
                <a:ea typeface="Microsoft YaHei"/>
              </a:rPr>
              <a:t>DAY</a:t>
            </a:r>
          </a:p>
        </p:txBody>
      </p:sp>
      <p:sp>
        <p:nvSpPr>
          <p:cNvPr id="78" name="svg-element-77"/>
          <p:cNvSpPr/>
          <p:nvPr/>
        </p:nvSpPr>
        <p:spPr>
          <a:xfrm>
            <a:off x="1002375" y="6568899"/>
            <a:ext cx="1904513" cy="815265"/>
          </a:xfrm>
          <a:prstGeom prst="rect">
            <a:avLst/>
          </a:prstGeom>
          <a:solidFill>
            <a:srgbClr val="E5E7D8"/>
          </a:solidFill>
          <a:ln w="7684">
            <a:solidFill>
              <a:srgbClr val="AEB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vg-element-78"/>
          <p:cNvSpPr/>
          <p:nvPr/>
        </p:nvSpPr>
        <p:spPr>
          <a:xfrm>
            <a:off x="1022423" y="6588947"/>
            <a:ext cx="1864418" cy="775170"/>
          </a:xfrm>
          <a:custGeom>
            <a:avLst/>
            <a:gdLst/>
            <a:ahLst/>
            <a:cxnLst/>
            <a:rect l="l" t="t" r="r" b="b"/>
            <a:pathLst>
              <a:path w="279" h="116">
                <a:moveTo>
                  <a:pt x="0" y="0"/>
                </a:moveTo>
                <a:lnTo>
                  <a:pt x="279" y="116"/>
                </a:lnTo>
              </a:path>
            </a:pathLst>
          </a:custGeom>
          <a:noFill/>
          <a:ln w="6014">
            <a:solidFill>
              <a:srgbClr val="AEBDA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vg-element-79"/>
          <p:cNvSpPr/>
          <p:nvPr/>
        </p:nvSpPr>
        <p:spPr>
          <a:xfrm>
            <a:off x="1022423" y="6588947"/>
            <a:ext cx="1864418" cy="775170"/>
          </a:xfrm>
          <a:custGeom>
            <a:avLst/>
            <a:gdLst/>
            <a:ahLst/>
            <a:cxnLst/>
            <a:rect l="l" t="t" r="r" b="b"/>
            <a:pathLst>
              <a:path w="279" h="116">
                <a:moveTo>
                  <a:pt x="279" y="0"/>
                </a:moveTo>
                <a:lnTo>
                  <a:pt x="0" y="116"/>
                </a:lnTo>
              </a:path>
            </a:pathLst>
          </a:custGeom>
          <a:noFill/>
          <a:ln w="6014">
            <a:solidFill>
              <a:srgbClr val="AEBDA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vg-element-80"/>
          <p:cNvSpPr/>
          <p:nvPr/>
        </p:nvSpPr>
        <p:spPr>
          <a:xfrm>
            <a:off x="1824189" y="6850665"/>
            <a:ext cx="260884" cy="195663"/>
          </a:xfrm>
          <a:prstGeom prst="roundRect">
            <a:avLst>
              <a:gd name="adj" fmla="val 6830"/>
            </a:avLst>
          </a:prstGeom>
          <a:noFill/>
          <a:ln w="13365">
            <a:solidFill>
              <a:srgbClr val="AEB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vg-element-81"/>
          <p:cNvSpPr/>
          <p:nvPr/>
        </p:nvSpPr>
        <p:spPr>
          <a:xfrm>
            <a:off x="1996373" y="6892407"/>
            <a:ext cx="36523" cy="36523"/>
          </a:xfrm>
          <a:prstGeom prst="ellipse">
            <a:avLst/>
          </a:prstGeom>
          <a:solidFill>
            <a:srgbClr val="AEB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vg-element-82"/>
          <p:cNvSpPr/>
          <p:nvPr/>
        </p:nvSpPr>
        <p:spPr>
          <a:xfrm>
            <a:off x="1851053" y="6943119"/>
            <a:ext cx="220523" cy="73508"/>
          </a:xfrm>
          <a:custGeom>
            <a:avLst/>
            <a:gdLst/>
            <a:ahLst/>
            <a:cxnLst/>
            <a:rect l="l" t="t" r="r" b="b"/>
            <a:pathLst>
              <a:path w="33" h="11">
                <a:moveTo>
                  <a:pt x="0" y="11"/>
                </a:moveTo>
                <a:lnTo>
                  <a:pt x="9" y="0"/>
                </a:lnTo>
                <a:lnTo>
                  <a:pt x="15" y="7"/>
                </a:lnTo>
                <a:lnTo>
                  <a:pt x="22" y="0"/>
                </a:lnTo>
                <a:lnTo>
                  <a:pt x="33" y="11"/>
                </a:lnTo>
                <a:close/>
              </a:path>
            </a:pathLst>
          </a:custGeom>
          <a:solidFill>
            <a:srgbClr val="AEB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vg-element-83"/>
          <p:cNvSpPr/>
          <p:nvPr/>
        </p:nvSpPr>
        <p:spPr>
          <a:xfrm>
            <a:off x="1062517" y="7183689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-29"/>
          <p:cNvSpPr txBox="1"/>
          <p:nvPr/>
        </p:nvSpPr>
        <p:spPr>
          <a:xfrm>
            <a:off x="1115977" y="7224319"/>
            <a:ext cx="46403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EBDAA"/>
                </a:solidFill>
                <a:latin typeface="Microsoft YaHei"/>
              </a:defRPr>
            </a:pPr>
            <a:r>
              <a:rPr>
                <a:ea typeface="Microsoft YaHei"/>
              </a:rPr>
              <a:t>行程照片</a:t>
            </a:r>
          </a:p>
        </p:txBody>
      </p:sp>
      <p:sp>
        <p:nvSpPr>
          <p:cNvPr id="86" name="text-30"/>
          <p:cNvSpPr txBox="1"/>
          <p:nvPr/>
        </p:nvSpPr>
        <p:spPr>
          <a:xfrm>
            <a:off x="3388028" y="6628908"/>
            <a:ext cx="1948082" cy="249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7" b="1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每日目的地 / 行程标题</a:t>
            </a:r>
          </a:p>
        </p:txBody>
      </p:sp>
      <p:sp>
        <p:nvSpPr>
          <p:cNvPr id="87" name="svg-element-86"/>
          <p:cNvSpPr/>
          <p:nvPr/>
        </p:nvSpPr>
        <p:spPr>
          <a:xfrm>
            <a:off x="3388028" y="6876294"/>
            <a:ext cx="1871100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vg-element-87"/>
          <p:cNvSpPr/>
          <p:nvPr/>
        </p:nvSpPr>
        <p:spPr>
          <a:xfrm>
            <a:off x="3388028" y="7016626"/>
            <a:ext cx="1623847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vg-element-88"/>
          <p:cNvSpPr/>
          <p:nvPr/>
        </p:nvSpPr>
        <p:spPr>
          <a:xfrm>
            <a:off x="3388028" y="7156959"/>
            <a:ext cx="1369912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-31"/>
          <p:cNvSpPr txBox="1"/>
          <p:nvPr/>
        </p:nvSpPr>
        <p:spPr>
          <a:xfrm>
            <a:off x="3388028" y="7299029"/>
            <a:ext cx="1312977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日期 · 景点 · 交通 · 用餐</a:t>
            </a:r>
          </a:p>
        </p:txBody>
      </p:sp>
      <p:sp>
        <p:nvSpPr>
          <p:cNvPr id="91" name="svg-element-90"/>
          <p:cNvSpPr/>
          <p:nvPr/>
        </p:nvSpPr>
        <p:spPr>
          <a:xfrm>
            <a:off x="360855" y="7477720"/>
            <a:ext cx="6495392" cy="0"/>
          </a:xfrm>
          <a:custGeom>
            <a:avLst/>
            <a:gdLst/>
            <a:ahLst/>
            <a:cxnLst/>
            <a:rect l="l" t="t" r="r" b="b"/>
            <a:pathLst>
              <a:path w="972" h="0">
                <a:moveTo>
                  <a:pt x="0" y="0"/>
                </a:moveTo>
                <a:lnTo>
                  <a:pt x="972" y="0"/>
                </a:lnTo>
              </a:path>
            </a:pathLst>
          </a:custGeom>
          <a:noFill/>
          <a:ln w="6682">
            <a:solidFill>
              <a:srgbClr val="D1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-32"/>
          <p:cNvSpPr txBox="1"/>
          <p:nvPr/>
        </p:nvSpPr>
        <p:spPr>
          <a:xfrm>
            <a:off x="6040981" y="7522291"/>
            <a:ext cx="782654" cy="715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314" b="1">
                <a:solidFill>
                  <a:srgbClr val="D96541"/>
                </a:solidFill>
                <a:latin typeface="Georgia"/>
              </a:defRPr>
            </a:pPr>
            <a:r>
              <a:rPr>
                <a:ea typeface="SimSun"/>
              </a:rPr>
              <a:t>04</a:t>
            </a:r>
          </a:p>
        </p:txBody>
      </p:sp>
      <p:sp>
        <p:nvSpPr>
          <p:cNvPr id="93" name="text-33"/>
          <p:cNvSpPr txBox="1"/>
          <p:nvPr/>
        </p:nvSpPr>
        <p:spPr>
          <a:xfrm>
            <a:off x="6061029" y="7980043"/>
            <a:ext cx="331285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244B41"/>
                </a:solidFill>
                <a:latin typeface="Microsoft YaHei"/>
              </a:defRPr>
            </a:pPr>
            <a:r>
              <a:rPr spc="105">
                <a:ea typeface="Microsoft YaHei"/>
              </a:rPr>
              <a:t>DAY</a:t>
            </a:r>
          </a:p>
        </p:txBody>
      </p:sp>
      <p:sp>
        <p:nvSpPr>
          <p:cNvPr id="94" name="svg-element-93"/>
          <p:cNvSpPr/>
          <p:nvPr/>
        </p:nvSpPr>
        <p:spPr>
          <a:xfrm>
            <a:off x="3982771" y="7591322"/>
            <a:ext cx="1904513" cy="815265"/>
          </a:xfrm>
          <a:prstGeom prst="rect">
            <a:avLst/>
          </a:prstGeom>
          <a:solidFill>
            <a:srgbClr val="E5E7D8"/>
          </a:solidFill>
          <a:ln w="7684">
            <a:solidFill>
              <a:srgbClr val="AEB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vg-element-94"/>
          <p:cNvSpPr/>
          <p:nvPr/>
        </p:nvSpPr>
        <p:spPr>
          <a:xfrm>
            <a:off x="4002819" y="7611370"/>
            <a:ext cx="1864418" cy="775170"/>
          </a:xfrm>
          <a:custGeom>
            <a:avLst/>
            <a:gdLst/>
            <a:ahLst/>
            <a:cxnLst/>
            <a:rect l="l" t="t" r="r" b="b"/>
            <a:pathLst>
              <a:path w="279" h="116">
                <a:moveTo>
                  <a:pt x="0" y="0"/>
                </a:moveTo>
                <a:lnTo>
                  <a:pt x="279" y="116"/>
                </a:lnTo>
              </a:path>
            </a:pathLst>
          </a:custGeom>
          <a:noFill/>
          <a:ln w="6014">
            <a:solidFill>
              <a:srgbClr val="AEBDA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vg-element-95"/>
          <p:cNvSpPr/>
          <p:nvPr/>
        </p:nvSpPr>
        <p:spPr>
          <a:xfrm>
            <a:off x="4002819" y="7611370"/>
            <a:ext cx="1864418" cy="775170"/>
          </a:xfrm>
          <a:custGeom>
            <a:avLst/>
            <a:gdLst/>
            <a:ahLst/>
            <a:cxnLst/>
            <a:rect l="l" t="t" r="r" b="b"/>
            <a:pathLst>
              <a:path w="279" h="116">
                <a:moveTo>
                  <a:pt x="279" y="0"/>
                </a:moveTo>
                <a:lnTo>
                  <a:pt x="0" y="116"/>
                </a:lnTo>
              </a:path>
            </a:pathLst>
          </a:custGeom>
          <a:noFill/>
          <a:ln w="6014">
            <a:solidFill>
              <a:srgbClr val="AEBDA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vg-element-96"/>
          <p:cNvSpPr/>
          <p:nvPr/>
        </p:nvSpPr>
        <p:spPr>
          <a:xfrm>
            <a:off x="4804585" y="7873088"/>
            <a:ext cx="260884" cy="195663"/>
          </a:xfrm>
          <a:prstGeom prst="roundRect">
            <a:avLst>
              <a:gd name="adj" fmla="val 6830"/>
            </a:avLst>
          </a:prstGeom>
          <a:noFill/>
          <a:ln w="13365">
            <a:solidFill>
              <a:srgbClr val="AEB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vg-element-97"/>
          <p:cNvSpPr/>
          <p:nvPr/>
        </p:nvSpPr>
        <p:spPr>
          <a:xfrm>
            <a:off x="4976769" y="7914830"/>
            <a:ext cx="36523" cy="36523"/>
          </a:xfrm>
          <a:prstGeom prst="ellipse">
            <a:avLst/>
          </a:prstGeom>
          <a:solidFill>
            <a:srgbClr val="AEB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vg-element-98"/>
          <p:cNvSpPr/>
          <p:nvPr/>
        </p:nvSpPr>
        <p:spPr>
          <a:xfrm>
            <a:off x="4831449" y="7965542"/>
            <a:ext cx="220523" cy="73508"/>
          </a:xfrm>
          <a:custGeom>
            <a:avLst/>
            <a:gdLst/>
            <a:ahLst/>
            <a:cxnLst/>
            <a:rect l="l" t="t" r="r" b="b"/>
            <a:pathLst>
              <a:path w="33" h="11">
                <a:moveTo>
                  <a:pt x="0" y="11"/>
                </a:moveTo>
                <a:lnTo>
                  <a:pt x="9" y="0"/>
                </a:lnTo>
                <a:lnTo>
                  <a:pt x="15" y="7"/>
                </a:lnTo>
                <a:lnTo>
                  <a:pt x="22" y="0"/>
                </a:lnTo>
                <a:lnTo>
                  <a:pt x="33" y="11"/>
                </a:lnTo>
                <a:close/>
              </a:path>
            </a:pathLst>
          </a:custGeom>
          <a:solidFill>
            <a:srgbClr val="AEB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vg-element-99"/>
          <p:cNvSpPr/>
          <p:nvPr/>
        </p:nvSpPr>
        <p:spPr>
          <a:xfrm>
            <a:off x="4042913" y="8206112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-34"/>
          <p:cNvSpPr txBox="1"/>
          <p:nvPr/>
        </p:nvSpPr>
        <p:spPr>
          <a:xfrm>
            <a:off x="4096373" y="8246741"/>
            <a:ext cx="46403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EBDAA"/>
                </a:solidFill>
                <a:latin typeface="Microsoft YaHei"/>
              </a:defRPr>
            </a:pPr>
            <a:r>
              <a:rPr>
                <a:ea typeface="Microsoft YaHei"/>
              </a:rPr>
              <a:t>行程照片</a:t>
            </a:r>
          </a:p>
        </p:txBody>
      </p:sp>
      <p:sp>
        <p:nvSpPr>
          <p:cNvPr id="102" name="text-35"/>
          <p:cNvSpPr txBox="1"/>
          <p:nvPr/>
        </p:nvSpPr>
        <p:spPr>
          <a:xfrm>
            <a:off x="481140" y="7651330"/>
            <a:ext cx="1948082" cy="249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7" b="1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每日目的地 / 行程标题</a:t>
            </a:r>
          </a:p>
        </p:txBody>
      </p:sp>
      <p:sp>
        <p:nvSpPr>
          <p:cNvPr id="103" name="svg-element-102"/>
          <p:cNvSpPr/>
          <p:nvPr/>
        </p:nvSpPr>
        <p:spPr>
          <a:xfrm>
            <a:off x="481140" y="7898717"/>
            <a:ext cx="1871100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vg-element-103"/>
          <p:cNvSpPr/>
          <p:nvPr/>
        </p:nvSpPr>
        <p:spPr>
          <a:xfrm>
            <a:off x="481140" y="8039049"/>
            <a:ext cx="1623847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vg-element-104"/>
          <p:cNvSpPr/>
          <p:nvPr/>
        </p:nvSpPr>
        <p:spPr>
          <a:xfrm>
            <a:off x="481140" y="8179382"/>
            <a:ext cx="1369912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-36"/>
          <p:cNvSpPr txBox="1"/>
          <p:nvPr/>
        </p:nvSpPr>
        <p:spPr>
          <a:xfrm>
            <a:off x="481140" y="8321452"/>
            <a:ext cx="1312977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日期 · 景点 · 交通 · 用餐</a:t>
            </a:r>
          </a:p>
        </p:txBody>
      </p:sp>
      <p:sp>
        <p:nvSpPr>
          <p:cNvPr id="107" name="svg-element-106"/>
          <p:cNvSpPr/>
          <p:nvPr/>
        </p:nvSpPr>
        <p:spPr>
          <a:xfrm>
            <a:off x="360855" y="8500142"/>
            <a:ext cx="6495392" cy="0"/>
          </a:xfrm>
          <a:custGeom>
            <a:avLst/>
            <a:gdLst/>
            <a:ahLst/>
            <a:cxnLst/>
            <a:rect l="l" t="t" r="r" b="b"/>
            <a:pathLst>
              <a:path w="972" h="0">
                <a:moveTo>
                  <a:pt x="0" y="0"/>
                </a:moveTo>
                <a:lnTo>
                  <a:pt x="972" y="0"/>
                </a:lnTo>
              </a:path>
            </a:pathLst>
          </a:custGeom>
          <a:noFill/>
          <a:ln w="6682">
            <a:solidFill>
              <a:srgbClr val="D1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-37"/>
          <p:cNvSpPr txBox="1"/>
          <p:nvPr/>
        </p:nvSpPr>
        <p:spPr>
          <a:xfrm>
            <a:off x="367537" y="8544714"/>
            <a:ext cx="754855" cy="715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314" b="1">
                <a:solidFill>
                  <a:srgbClr val="D96541"/>
                </a:solidFill>
                <a:latin typeface="Georgia"/>
              </a:defRPr>
            </a:pPr>
            <a:r>
              <a:rPr>
                <a:ea typeface="SimSun"/>
              </a:rPr>
              <a:t>05</a:t>
            </a:r>
          </a:p>
        </p:txBody>
      </p:sp>
      <p:sp>
        <p:nvSpPr>
          <p:cNvPr id="109" name="text-38"/>
          <p:cNvSpPr txBox="1"/>
          <p:nvPr/>
        </p:nvSpPr>
        <p:spPr>
          <a:xfrm>
            <a:off x="394267" y="9002466"/>
            <a:ext cx="331285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244B41"/>
                </a:solidFill>
                <a:latin typeface="Microsoft YaHei"/>
              </a:defRPr>
            </a:pPr>
            <a:r>
              <a:rPr spc="105">
                <a:ea typeface="Microsoft YaHei"/>
              </a:rPr>
              <a:t>DAY</a:t>
            </a:r>
          </a:p>
        </p:txBody>
      </p:sp>
      <p:sp>
        <p:nvSpPr>
          <p:cNvPr id="110" name="svg-element-109"/>
          <p:cNvSpPr/>
          <p:nvPr/>
        </p:nvSpPr>
        <p:spPr>
          <a:xfrm>
            <a:off x="1002375" y="8613744"/>
            <a:ext cx="1904513" cy="815265"/>
          </a:xfrm>
          <a:prstGeom prst="rect">
            <a:avLst/>
          </a:prstGeom>
          <a:solidFill>
            <a:srgbClr val="E5E7D8"/>
          </a:solidFill>
          <a:ln w="7684">
            <a:solidFill>
              <a:srgbClr val="AEB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vg-element-110"/>
          <p:cNvSpPr/>
          <p:nvPr/>
        </p:nvSpPr>
        <p:spPr>
          <a:xfrm>
            <a:off x="1022423" y="8633792"/>
            <a:ext cx="1864418" cy="775170"/>
          </a:xfrm>
          <a:custGeom>
            <a:avLst/>
            <a:gdLst/>
            <a:ahLst/>
            <a:cxnLst/>
            <a:rect l="l" t="t" r="r" b="b"/>
            <a:pathLst>
              <a:path w="279" h="116">
                <a:moveTo>
                  <a:pt x="0" y="0"/>
                </a:moveTo>
                <a:lnTo>
                  <a:pt x="279" y="116"/>
                </a:lnTo>
              </a:path>
            </a:pathLst>
          </a:custGeom>
          <a:noFill/>
          <a:ln w="6014">
            <a:solidFill>
              <a:srgbClr val="AEBDA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vg-element-111"/>
          <p:cNvSpPr/>
          <p:nvPr/>
        </p:nvSpPr>
        <p:spPr>
          <a:xfrm>
            <a:off x="1022423" y="8633792"/>
            <a:ext cx="1864418" cy="775170"/>
          </a:xfrm>
          <a:custGeom>
            <a:avLst/>
            <a:gdLst/>
            <a:ahLst/>
            <a:cxnLst/>
            <a:rect l="l" t="t" r="r" b="b"/>
            <a:pathLst>
              <a:path w="279" h="116">
                <a:moveTo>
                  <a:pt x="279" y="0"/>
                </a:moveTo>
                <a:lnTo>
                  <a:pt x="0" y="116"/>
                </a:lnTo>
              </a:path>
            </a:pathLst>
          </a:custGeom>
          <a:noFill/>
          <a:ln w="6014">
            <a:solidFill>
              <a:srgbClr val="AEBDA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vg-element-112"/>
          <p:cNvSpPr/>
          <p:nvPr/>
        </p:nvSpPr>
        <p:spPr>
          <a:xfrm>
            <a:off x="1824189" y="8895511"/>
            <a:ext cx="260884" cy="195663"/>
          </a:xfrm>
          <a:prstGeom prst="roundRect">
            <a:avLst>
              <a:gd name="adj" fmla="val 6830"/>
            </a:avLst>
          </a:prstGeom>
          <a:noFill/>
          <a:ln w="13365">
            <a:solidFill>
              <a:srgbClr val="AEB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svg-element-113"/>
          <p:cNvSpPr/>
          <p:nvPr/>
        </p:nvSpPr>
        <p:spPr>
          <a:xfrm>
            <a:off x="1996373" y="8937252"/>
            <a:ext cx="36523" cy="36523"/>
          </a:xfrm>
          <a:prstGeom prst="ellipse">
            <a:avLst/>
          </a:prstGeom>
          <a:solidFill>
            <a:srgbClr val="AEB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svg-element-114"/>
          <p:cNvSpPr/>
          <p:nvPr/>
        </p:nvSpPr>
        <p:spPr>
          <a:xfrm>
            <a:off x="1851053" y="8987965"/>
            <a:ext cx="220523" cy="73508"/>
          </a:xfrm>
          <a:custGeom>
            <a:avLst/>
            <a:gdLst/>
            <a:ahLst/>
            <a:cxnLst/>
            <a:rect l="l" t="t" r="r" b="b"/>
            <a:pathLst>
              <a:path w="33" h="11">
                <a:moveTo>
                  <a:pt x="0" y="11"/>
                </a:moveTo>
                <a:lnTo>
                  <a:pt x="9" y="0"/>
                </a:lnTo>
                <a:lnTo>
                  <a:pt x="15" y="7"/>
                </a:lnTo>
                <a:lnTo>
                  <a:pt x="22" y="0"/>
                </a:lnTo>
                <a:lnTo>
                  <a:pt x="33" y="11"/>
                </a:lnTo>
                <a:close/>
              </a:path>
            </a:pathLst>
          </a:custGeom>
          <a:solidFill>
            <a:srgbClr val="AEB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svg-element-115"/>
          <p:cNvSpPr/>
          <p:nvPr/>
        </p:nvSpPr>
        <p:spPr>
          <a:xfrm>
            <a:off x="1062517" y="9228535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-39"/>
          <p:cNvSpPr txBox="1"/>
          <p:nvPr/>
        </p:nvSpPr>
        <p:spPr>
          <a:xfrm>
            <a:off x="1115977" y="9269164"/>
            <a:ext cx="46403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EBDAA"/>
                </a:solidFill>
                <a:latin typeface="Microsoft YaHei"/>
              </a:defRPr>
            </a:pPr>
            <a:r>
              <a:rPr>
                <a:ea typeface="Microsoft YaHei"/>
              </a:rPr>
              <a:t>行程照片</a:t>
            </a:r>
          </a:p>
        </p:txBody>
      </p:sp>
      <p:sp>
        <p:nvSpPr>
          <p:cNvPr id="118" name="text-40"/>
          <p:cNvSpPr txBox="1"/>
          <p:nvPr/>
        </p:nvSpPr>
        <p:spPr>
          <a:xfrm>
            <a:off x="3388028" y="8673753"/>
            <a:ext cx="1948082" cy="249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7" b="1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每日目的地 / 行程标题</a:t>
            </a:r>
          </a:p>
        </p:txBody>
      </p:sp>
      <p:sp>
        <p:nvSpPr>
          <p:cNvPr id="119" name="svg-element-118"/>
          <p:cNvSpPr/>
          <p:nvPr/>
        </p:nvSpPr>
        <p:spPr>
          <a:xfrm>
            <a:off x="3388028" y="8921140"/>
            <a:ext cx="1871100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vg-element-119"/>
          <p:cNvSpPr/>
          <p:nvPr/>
        </p:nvSpPr>
        <p:spPr>
          <a:xfrm>
            <a:off x="3388028" y="9061472"/>
            <a:ext cx="1623847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vg-element-120"/>
          <p:cNvSpPr/>
          <p:nvPr/>
        </p:nvSpPr>
        <p:spPr>
          <a:xfrm>
            <a:off x="3388028" y="9201805"/>
            <a:ext cx="1369912" cy="53460"/>
          </a:xfrm>
          <a:prstGeom prst="roundRect">
            <a:avLst>
              <a:gd name="adj" fmla="val 50000"/>
            </a:avLst>
          </a:prstGeom>
          <a:solidFill>
            <a:srgbClr val="B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-41"/>
          <p:cNvSpPr txBox="1"/>
          <p:nvPr/>
        </p:nvSpPr>
        <p:spPr>
          <a:xfrm>
            <a:off x="3388028" y="9343875"/>
            <a:ext cx="1312977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日期 · 景点 · 交通 · 用餐</a:t>
            </a:r>
          </a:p>
        </p:txBody>
      </p:sp>
      <p:sp>
        <p:nvSpPr>
          <p:cNvPr id="123" name="svg-element-122"/>
          <p:cNvSpPr/>
          <p:nvPr/>
        </p:nvSpPr>
        <p:spPr>
          <a:xfrm>
            <a:off x="360855" y="9522565"/>
            <a:ext cx="6495392" cy="0"/>
          </a:xfrm>
          <a:custGeom>
            <a:avLst/>
            <a:gdLst/>
            <a:ahLst/>
            <a:cxnLst/>
            <a:rect l="l" t="t" r="r" b="b"/>
            <a:pathLst>
              <a:path w="972" h="0">
                <a:moveTo>
                  <a:pt x="0" y="0"/>
                </a:moveTo>
                <a:lnTo>
                  <a:pt x="972" y="0"/>
                </a:lnTo>
              </a:path>
            </a:pathLst>
          </a:custGeom>
          <a:noFill/>
          <a:ln w="6682">
            <a:solidFill>
              <a:srgbClr val="D1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vg-element-123"/>
          <p:cNvSpPr/>
          <p:nvPr/>
        </p:nvSpPr>
        <p:spPr>
          <a:xfrm>
            <a:off x="360855" y="9682945"/>
            <a:ext cx="6508756" cy="668250"/>
          </a:xfrm>
          <a:prstGeom prst="rect">
            <a:avLst/>
          </a:prstGeom>
          <a:solidFill>
            <a:srgbClr val="F7D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-42"/>
          <p:cNvSpPr txBox="1"/>
          <p:nvPr/>
        </p:nvSpPr>
        <p:spPr>
          <a:xfrm>
            <a:off x="541282" y="9771488"/>
            <a:ext cx="908820" cy="2840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15" b="1">
                <a:solidFill>
                  <a:srgbClr val="244B41"/>
                </a:solidFill>
                <a:latin typeface="Georgia"/>
              </a:defRPr>
            </a:pPr>
            <a:r>
              <a:rPr>
                <a:ea typeface="SimSun"/>
              </a:rPr>
              <a:t>旅行须知</a:t>
            </a:r>
          </a:p>
        </p:txBody>
      </p:sp>
      <p:sp>
        <p:nvSpPr>
          <p:cNvPr id="126" name="text-43"/>
          <p:cNvSpPr txBox="1"/>
          <p:nvPr/>
        </p:nvSpPr>
        <p:spPr>
          <a:xfrm>
            <a:off x="541282" y="10033977"/>
            <a:ext cx="3481316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0">
                <a:solidFill>
                  <a:srgbClr val="244B41"/>
                </a:solidFill>
                <a:latin typeface="Microsoft YaHei"/>
              </a:defRPr>
            </a:pPr>
            <a:r>
              <a:rPr>
                <a:ea typeface="Microsoft YaHei"/>
              </a:rPr>
              <a:t>包含项目   /   交通提示   /   住宿信息   /   费用与备注</a:t>
            </a:r>
          </a:p>
        </p:txBody>
      </p:sp>
      <p:sp>
        <p:nvSpPr>
          <p:cNvPr id="127" name="text-44"/>
          <p:cNvSpPr txBox="1"/>
          <p:nvPr/>
        </p:nvSpPr>
        <p:spPr>
          <a:xfrm>
            <a:off x="5958385" y="10479298"/>
            <a:ext cx="904543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D96541"/>
                </a:solidFill>
                <a:latin typeface="Microsoft YaHei"/>
              </a:defRPr>
            </a:pPr>
            <a:r>
              <a:rPr spc="105">
                <a:ea typeface="Microsoft YaHei"/>
              </a:rPr>
              <a:t>ZINE   ·  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