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217102" cy="106920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vg-element-1"/>
          <p:cNvSpPr/>
          <p:nvPr/>
        </p:nvSpPr>
        <p:spPr>
          <a:xfrm>
            <a:off x="0" y="0"/>
            <a:ext cx="7217102" cy="10692003"/>
          </a:xfrm>
          <a:prstGeom prst="rect">
            <a:avLst/>
          </a:prstGeom>
          <a:solidFill>
            <a:srgbClr val="F2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vg-element-2"/>
          <p:cNvSpPr/>
          <p:nvPr/>
        </p:nvSpPr>
        <p:spPr>
          <a:xfrm>
            <a:off x="0" y="0"/>
            <a:ext cx="7217102" cy="233887"/>
          </a:xfrm>
          <a:prstGeom prst="rect">
            <a:avLst/>
          </a:prstGeom>
          <a:solidFill>
            <a:srgbClr val="2A3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-01"/>
          <p:cNvSpPr txBox="1"/>
          <p:nvPr/>
        </p:nvSpPr>
        <p:spPr>
          <a:xfrm>
            <a:off x="387585" y="411174"/>
            <a:ext cx="1546063" cy="1931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894" b="1">
                <a:solidFill>
                  <a:srgbClr val="2A3E36"/>
                </a:solidFill>
                <a:latin typeface="Georgia"/>
              </a:defRPr>
            </a:pPr>
            <a:r>
              <a:rPr spc="210">
                <a:ea typeface="SimSun"/>
              </a:rPr>
              <a:t>THE JOURNEY</a:t>
            </a:r>
          </a:p>
        </p:txBody>
      </p:sp>
      <p:sp>
        <p:nvSpPr>
          <p:cNvPr id="5" name="text-02"/>
          <p:cNvSpPr txBox="1"/>
          <p:nvPr/>
        </p:nvSpPr>
        <p:spPr>
          <a:xfrm>
            <a:off x="4135466" y="429417"/>
            <a:ext cx="2694050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736" b="1">
                <a:solidFill>
                  <a:srgbClr val="AD8B5C"/>
                </a:solidFill>
                <a:latin typeface="Microsoft YaHei"/>
              </a:defRPr>
            </a:pPr>
            <a:r>
              <a:rPr spc="105">
                <a:ea typeface="Microsoft YaHei"/>
              </a:rPr>
              <a:t>PRIVATE TRAVEL EDITION     Nº 04</a:t>
            </a:r>
          </a:p>
        </p:txBody>
      </p:sp>
      <p:sp>
        <p:nvSpPr>
          <p:cNvPr id="6" name="svg-element-5"/>
          <p:cNvSpPr/>
          <p:nvPr/>
        </p:nvSpPr>
        <p:spPr>
          <a:xfrm>
            <a:off x="387585" y="628155"/>
            <a:ext cx="6441932" cy="0"/>
          </a:xfrm>
          <a:custGeom>
            <a:avLst/>
            <a:gdLst/>
            <a:ahLst/>
            <a:cxnLst/>
            <a:rect l="l" t="t" r="r" b="b"/>
            <a:pathLst>
              <a:path w="964" h="0">
                <a:moveTo>
                  <a:pt x="0" y="0"/>
                </a:moveTo>
                <a:lnTo>
                  <a:pt x="964" y="0"/>
                </a:lnTo>
              </a:path>
            </a:pathLst>
          </a:custGeom>
          <a:noFill/>
          <a:ln w="6682">
            <a:solidFill>
              <a:srgbClr val="2A3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-03"/>
          <p:cNvSpPr txBox="1"/>
          <p:nvPr/>
        </p:nvSpPr>
        <p:spPr>
          <a:xfrm>
            <a:off x="387585" y="777241"/>
            <a:ext cx="2457022" cy="6702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104" b="1">
                <a:solidFill>
                  <a:srgbClr val="2A3E36"/>
                </a:solidFill>
                <a:latin typeface="Georgia"/>
              </a:defRPr>
            </a:pPr>
            <a:r>
              <a:rPr>
                <a:ea typeface="SimSun"/>
              </a:rPr>
              <a:t>旅 程 记 事</a:t>
            </a:r>
          </a:p>
        </p:txBody>
      </p:sp>
      <p:sp>
        <p:nvSpPr>
          <p:cNvPr id="8" name="text-04"/>
          <p:cNvSpPr txBox="1"/>
          <p:nvPr/>
        </p:nvSpPr>
        <p:spPr>
          <a:xfrm>
            <a:off x="414315" y="1283508"/>
            <a:ext cx="3188355" cy="26128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10" b="1">
                <a:solidFill>
                  <a:srgbClr val="AD8B5C"/>
                </a:solidFill>
                <a:latin typeface="Georgia"/>
              </a:defRPr>
            </a:pPr>
            <a:r>
              <a:rPr spc="105">
                <a:ea typeface="SimSun"/>
              </a:rPr>
              <a:t>FIVE DAYS, FOUR NIGHTS</a:t>
            </a:r>
          </a:p>
        </p:txBody>
      </p:sp>
      <p:sp>
        <p:nvSpPr>
          <p:cNvPr id="9" name="text-05"/>
          <p:cNvSpPr txBox="1"/>
          <p:nvPr/>
        </p:nvSpPr>
        <p:spPr>
          <a:xfrm>
            <a:off x="5890491" y="655553"/>
            <a:ext cx="932342" cy="10224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4735" b="0">
                <a:solidFill>
                  <a:srgbClr val="AD8B5C"/>
                </a:solidFill>
                <a:latin typeface="Georgia"/>
              </a:defRPr>
            </a:pPr>
            <a:r>
              <a:rPr>
                <a:ea typeface="SimSun"/>
              </a:rPr>
              <a:t>05</a:t>
            </a:r>
          </a:p>
        </p:txBody>
      </p:sp>
      <p:sp>
        <p:nvSpPr>
          <p:cNvPr id="10" name="text-06"/>
          <p:cNvSpPr txBox="1"/>
          <p:nvPr/>
        </p:nvSpPr>
        <p:spPr>
          <a:xfrm>
            <a:off x="5602041" y="1298744"/>
            <a:ext cx="1220792" cy="170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789" b="0">
                <a:solidFill>
                  <a:srgbClr val="2A3E36"/>
                </a:solidFill>
                <a:latin typeface="Microsoft YaHei"/>
              </a:defRPr>
            </a:pPr>
            <a:r>
              <a:rPr spc="105">
                <a:ea typeface="Microsoft YaHei"/>
              </a:rPr>
              <a:t>DAY ITINERARY</a:t>
            </a:r>
          </a:p>
        </p:txBody>
      </p:sp>
      <p:sp>
        <p:nvSpPr>
          <p:cNvPr id="11" name="svg-element-10"/>
          <p:cNvSpPr/>
          <p:nvPr/>
        </p:nvSpPr>
        <p:spPr>
          <a:xfrm>
            <a:off x="387585" y="1643895"/>
            <a:ext cx="4189928" cy="1597117"/>
          </a:xfrm>
          <a:prstGeom prst="rect">
            <a:avLst/>
          </a:prstGeom>
          <a:solidFill>
            <a:srgbClr val="DCE1D8"/>
          </a:solidFill>
          <a:ln w="7684">
            <a:solidFill>
              <a:srgbClr val="A8B4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vg-element-11"/>
          <p:cNvSpPr/>
          <p:nvPr/>
        </p:nvSpPr>
        <p:spPr>
          <a:xfrm>
            <a:off x="407633" y="1663943"/>
            <a:ext cx="4149834" cy="1557023"/>
          </a:xfrm>
          <a:custGeom>
            <a:avLst/>
            <a:gdLst/>
            <a:ahLst/>
            <a:cxnLst/>
            <a:rect l="l" t="t" r="r" b="b"/>
            <a:pathLst>
              <a:path w="621" h="233">
                <a:moveTo>
                  <a:pt x="0" y="0"/>
                </a:moveTo>
                <a:lnTo>
                  <a:pt x="621" y="233"/>
                </a:lnTo>
              </a:path>
            </a:pathLst>
          </a:custGeom>
          <a:noFill/>
          <a:ln w="6014">
            <a:solidFill>
              <a:srgbClr val="A8B4A5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vg-element-12"/>
          <p:cNvSpPr/>
          <p:nvPr/>
        </p:nvSpPr>
        <p:spPr>
          <a:xfrm>
            <a:off x="407633" y="1663943"/>
            <a:ext cx="4149834" cy="1557023"/>
          </a:xfrm>
          <a:custGeom>
            <a:avLst/>
            <a:gdLst/>
            <a:ahLst/>
            <a:cxnLst/>
            <a:rect l="l" t="t" r="r" b="b"/>
            <a:pathLst>
              <a:path w="621" h="233">
                <a:moveTo>
                  <a:pt x="621" y="0"/>
                </a:moveTo>
                <a:lnTo>
                  <a:pt x="0" y="233"/>
                </a:lnTo>
              </a:path>
            </a:pathLst>
          </a:custGeom>
          <a:noFill/>
          <a:ln w="6014">
            <a:solidFill>
              <a:srgbClr val="A8B4A5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vg-element-13"/>
          <p:cNvSpPr/>
          <p:nvPr/>
        </p:nvSpPr>
        <p:spPr>
          <a:xfrm>
            <a:off x="2318828" y="2291296"/>
            <a:ext cx="327442" cy="245581"/>
          </a:xfrm>
          <a:prstGeom prst="roundRect">
            <a:avLst>
              <a:gd name="adj" fmla="val 5442"/>
            </a:avLst>
          </a:prstGeom>
          <a:noFill/>
          <a:ln w="13365">
            <a:solidFill>
              <a:srgbClr val="A8B4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vg-element-14"/>
          <p:cNvSpPr/>
          <p:nvPr/>
        </p:nvSpPr>
        <p:spPr>
          <a:xfrm>
            <a:off x="2534940" y="2343687"/>
            <a:ext cx="45841" cy="45841"/>
          </a:xfrm>
          <a:prstGeom prst="ellipse">
            <a:avLst/>
          </a:prstGeom>
          <a:solidFill>
            <a:srgbClr val="A8B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vg-element-15"/>
          <p:cNvSpPr/>
          <p:nvPr/>
        </p:nvSpPr>
        <p:spPr>
          <a:xfrm>
            <a:off x="2352241" y="2405701"/>
            <a:ext cx="273983" cy="93555"/>
          </a:xfrm>
          <a:custGeom>
            <a:avLst/>
            <a:gdLst/>
            <a:ahLst/>
            <a:cxnLst/>
            <a:rect l="l" t="t" r="r" b="b"/>
            <a:pathLst>
              <a:path w="41" h="14">
                <a:moveTo>
                  <a:pt x="0" y="14"/>
                </a:moveTo>
                <a:lnTo>
                  <a:pt x="12" y="0"/>
                </a:lnTo>
                <a:lnTo>
                  <a:pt x="19" y="9"/>
                </a:lnTo>
                <a:lnTo>
                  <a:pt x="27" y="0"/>
                </a:lnTo>
                <a:lnTo>
                  <a:pt x="41" y="14"/>
                </a:lnTo>
                <a:close/>
              </a:path>
            </a:pathLst>
          </a:custGeom>
          <a:solidFill>
            <a:srgbClr val="A8B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vg-element-16"/>
          <p:cNvSpPr/>
          <p:nvPr/>
        </p:nvSpPr>
        <p:spPr>
          <a:xfrm>
            <a:off x="447727" y="3040538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-07"/>
          <p:cNvSpPr txBox="1"/>
          <p:nvPr/>
        </p:nvSpPr>
        <p:spPr>
          <a:xfrm>
            <a:off x="501187" y="3081167"/>
            <a:ext cx="669319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8B4A5"/>
                </a:solidFill>
                <a:latin typeface="Microsoft YaHei"/>
              </a:defRPr>
            </a:pPr>
            <a:r>
              <a:rPr>
                <a:ea typeface="Microsoft YaHei"/>
              </a:rPr>
              <a:t>旅程封面图片</a:t>
            </a:r>
          </a:p>
        </p:txBody>
      </p:sp>
      <p:sp>
        <p:nvSpPr>
          <p:cNvPr id="19" name="svg-element-18"/>
          <p:cNvSpPr/>
          <p:nvPr/>
        </p:nvSpPr>
        <p:spPr>
          <a:xfrm>
            <a:off x="4671068" y="1643895"/>
            <a:ext cx="2158448" cy="1597117"/>
          </a:xfrm>
          <a:prstGeom prst="rect">
            <a:avLst/>
          </a:prstGeom>
          <a:solidFill>
            <a:srgbClr val="E7DCCD"/>
          </a:solidFill>
          <a:ln w="7684">
            <a:solidFill>
              <a:srgbClr val="B5A9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vg-element-19"/>
          <p:cNvSpPr/>
          <p:nvPr/>
        </p:nvSpPr>
        <p:spPr>
          <a:xfrm>
            <a:off x="4691116" y="1663943"/>
            <a:ext cx="2118353" cy="1557023"/>
          </a:xfrm>
          <a:custGeom>
            <a:avLst/>
            <a:gdLst/>
            <a:ahLst/>
            <a:cxnLst/>
            <a:rect l="l" t="t" r="r" b="b"/>
            <a:pathLst>
              <a:path w="317" h="233">
                <a:moveTo>
                  <a:pt x="0" y="0"/>
                </a:moveTo>
                <a:lnTo>
                  <a:pt x="317" y="233"/>
                </a:lnTo>
              </a:path>
            </a:pathLst>
          </a:custGeom>
          <a:noFill/>
          <a:ln w="6014">
            <a:solidFill>
              <a:srgbClr val="B5A994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vg-element-20"/>
          <p:cNvSpPr/>
          <p:nvPr/>
        </p:nvSpPr>
        <p:spPr>
          <a:xfrm>
            <a:off x="4691116" y="1663943"/>
            <a:ext cx="2118353" cy="1557023"/>
          </a:xfrm>
          <a:custGeom>
            <a:avLst/>
            <a:gdLst/>
            <a:ahLst/>
            <a:cxnLst/>
            <a:rect l="l" t="t" r="r" b="b"/>
            <a:pathLst>
              <a:path w="317" h="233">
                <a:moveTo>
                  <a:pt x="317" y="0"/>
                </a:moveTo>
                <a:lnTo>
                  <a:pt x="0" y="233"/>
                </a:lnTo>
              </a:path>
            </a:pathLst>
          </a:custGeom>
          <a:noFill/>
          <a:ln w="6014">
            <a:solidFill>
              <a:srgbClr val="B5A994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vg-element-21"/>
          <p:cNvSpPr/>
          <p:nvPr/>
        </p:nvSpPr>
        <p:spPr>
          <a:xfrm>
            <a:off x="5586571" y="2291296"/>
            <a:ext cx="327442" cy="245581"/>
          </a:xfrm>
          <a:prstGeom prst="roundRect">
            <a:avLst>
              <a:gd name="adj" fmla="val 5442"/>
            </a:avLst>
          </a:prstGeom>
          <a:noFill/>
          <a:ln w="13365">
            <a:solidFill>
              <a:srgbClr val="B5A9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vg-element-22"/>
          <p:cNvSpPr/>
          <p:nvPr/>
        </p:nvSpPr>
        <p:spPr>
          <a:xfrm>
            <a:off x="5802683" y="2343687"/>
            <a:ext cx="45841" cy="45841"/>
          </a:xfrm>
          <a:prstGeom prst="ellipse">
            <a:avLst/>
          </a:prstGeom>
          <a:solidFill>
            <a:srgbClr val="B5A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vg-element-23"/>
          <p:cNvSpPr/>
          <p:nvPr/>
        </p:nvSpPr>
        <p:spPr>
          <a:xfrm>
            <a:off x="5619984" y="2405701"/>
            <a:ext cx="273983" cy="93555"/>
          </a:xfrm>
          <a:custGeom>
            <a:avLst/>
            <a:gdLst/>
            <a:ahLst/>
            <a:cxnLst/>
            <a:rect l="l" t="t" r="r" b="b"/>
            <a:pathLst>
              <a:path w="41" h="14">
                <a:moveTo>
                  <a:pt x="0" y="14"/>
                </a:moveTo>
                <a:lnTo>
                  <a:pt x="12" y="0"/>
                </a:lnTo>
                <a:lnTo>
                  <a:pt x="19" y="9"/>
                </a:lnTo>
                <a:lnTo>
                  <a:pt x="27" y="0"/>
                </a:lnTo>
                <a:lnTo>
                  <a:pt x="41" y="14"/>
                </a:lnTo>
                <a:close/>
              </a:path>
            </a:pathLst>
          </a:custGeom>
          <a:solidFill>
            <a:srgbClr val="B5A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vg-element-24"/>
          <p:cNvSpPr/>
          <p:nvPr/>
        </p:nvSpPr>
        <p:spPr>
          <a:xfrm>
            <a:off x="4731211" y="3040538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-08"/>
          <p:cNvSpPr txBox="1"/>
          <p:nvPr/>
        </p:nvSpPr>
        <p:spPr>
          <a:xfrm>
            <a:off x="4784671" y="3081167"/>
            <a:ext cx="566676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B5A994"/>
                </a:solidFill>
                <a:latin typeface="Microsoft YaHei"/>
              </a:defRPr>
            </a:pPr>
            <a:r>
              <a:rPr>
                <a:ea typeface="Microsoft YaHei"/>
              </a:rPr>
              <a:t>目的地图片</a:t>
            </a:r>
          </a:p>
        </p:txBody>
      </p:sp>
      <p:sp>
        <p:nvSpPr>
          <p:cNvPr id="27" name="svg-element-26"/>
          <p:cNvSpPr/>
          <p:nvPr/>
        </p:nvSpPr>
        <p:spPr>
          <a:xfrm>
            <a:off x="387585" y="3461536"/>
            <a:ext cx="6441932" cy="0"/>
          </a:xfrm>
          <a:custGeom>
            <a:avLst/>
            <a:gdLst/>
            <a:ahLst/>
            <a:cxnLst/>
            <a:rect l="l" t="t" r="r" b="b"/>
            <a:pathLst>
              <a:path w="964" h="0">
                <a:moveTo>
                  <a:pt x="0" y="0"/>
                </a:moveTo>
                <a:lnTo>
                  <a:pt x="964" y="0"/>
                </a:lnTo>
              </a:path>
            </a:pathLst>
          </a:custGeom>
          <a:noFill/>
          <a:ln w="6682">
            <a:solidFill>
              <a:srgbClr val="2A3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-09"/>
          <p:cNvSpPr txBox="1"/>
          <p:nvPr/>
        </p:nvSpPr>
        <p:spPr>
          <a:xfrm>
            <a:off x="394267" y="3553754"/>
            <a:ext cx="2484821" cy="2272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2" b="1">
                <a:solidFill>
                  <a:srgbClr val="2A3E36"/>
                </a:solidFill>
                <a:latin typeface="Georgia"/>
              </a:defRPr>
            </a:pPr>
            <a:r>
              <a:rPr spc="79">
                <a:ea typeface="SimSun"/>
              </a:rPr>
              <a:t>JOURNEY AT A GLANCE</a:t>
            </a:r>
          </a:p>
        </p:txBody>
      </p:sp>
      <p:sp>
        <p:nvSpPr>
          <p:cNvPr id="29" name="text-10"/>
          <p:cNvSpPr txBox="1"/>
          <p:nvPr/>
        </p:nvSpPr>
        <p:spPr>
          <a:xfrm>
            <a:off x="5560910" y="3590240"/>
            <a:ext cx="1255241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D8B80"/>
                </a:solidFill>
                <a:latin typeface="Microsoft YaHei"/>
              </a:defRPr>
            </a:pPr>
            <a:r>
              <a:rPr>
                <a:ea typeface="Microsoft YaHei"/>
              </a:rPr>
              <a:t>旅行路线 / 起点至终点</a:t>
            </a:r>
          </a:p>
        </p:txBody>
      </p:sp>
      <p:sp>
        <p:nvSpPr>
          <p:cNvPr id="30" name="svg-element-29"/>
          <p:cNvSpPr/>
          <p:nvPr/>
        </p:nvSpPr>
        <p:spPr>
          <a:xfrm>
            <a:off x="735075" y="4036231"/>
            <a:ext cx="5766999" cy="0"/>
          </a:xfrm>
          <a:custGeom>
            <a:avLst/>
            <a:gdLst/>
            <a:ahLst/>
            <a:cxnLst/>
            <a:rect l="l" t="t" r="r" b="b"/>
            <a:pathLst>
              <a:path w="863" h="0">
                <a:moveTo>
                  <a:pt x="0" y="0"/>
                </a:moveTo>
                <a:lnTo>
                  <a:pt x="863" y="0"/>
                </a:lnTo>
              </a:path>
            </a:pathLst>
          </a:custGeom>
          <a:noFill/>
          <a:ln w="13365">
            <a:solidFill>
              <a:srgbClr val="AD8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vg-element-30"/>
          <p:cNvSpPr/>
          <p:nvPr/>
        </p:nvSpPr>
        <p:spPr>
          <a:xfrm>
            <a:off x="688297" y="3976088"/>
            <a:ext cx="120285" cy="120285"/>
          </a:xfrm>
          <a:prstGeom prst="ellipse">
            <a:avLst/>
          </a:prstGeom>
          <a:solidFill>
            <a:srgbClr val="AD8B5C"/>
          </a:solidFill>
          <a:ln w="13365">
            <a:solidFill>
              <a:srgbClr val="AD8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-11"/>
          <p:cNvSpPr txBox="1"/>
          <p:nvPr/>
        </p:nvSpPr>
        <p:spPr>
          <a:xfrm>
            <a:off x="472686" y="3771269"/>
            <a:ext cx="551506" cy="170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789" b="1">
                <a:solidFill>
                  <a:srgbClr val="2A3E36"/>
                </a:solidFill>
                <a:latin typeface="Microsoft YaHei"/>
              </a:defRPr>
            </a:pPr>
            <a:r>
              <a:rPr spc="26">
                <a:ea typeface="Microsoft YaHei"/>
              </a:rPr>
              <a:t>DAY 01</a:t>
            </a:r>
          </a:p>
        </p:txBody>
      </p:sp>
      <p:sp>
        <p:nvSpPr>
          <p:cNvPr id="33" name="text-12"/>
          <p:cNvSpPr txBox="1"/>
          <p:nvPr/>
        </p:nvSpPr>
        <p:spPr>
          <a:xfrm>
            <a:off x="482209" y="4144888"/>
            <a:ext cx="532461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D8B80"/>
                </a:solidFill>
                <a:latin typeface="Microsoft YaHei"/>
              </a:defRPr>
            </a:pPr>
            <a:r>
              <a:rPr>
                <a:ea typeface="Microsoft YaHei"/>
              </a:rPr>
              <a:t>填写城市</a:t>
            </a:r>
          </a:p>
        </p:txBody>
      </p:sp>
      <p:sp>
        <p:nvSpPr>
          <p:cNvPr id="34" name="svg-element-33"/>
          <p:cNvSpPr/>
          <p:nvPr/>
        </p:nvSpPr>
        <p:spPr>
          <a:xfrm>
            <a:off x="2125035" y="3976088"/>
            <a:ext cx="120285" cy="120285"/>
          </a:xfrm>
          <a:prstGeom prst="ellipse">
            <a:avLst/>
          </a:prstGeom>
          <a:solidFill>
            <a:srgbClr val="F2EEE5"/>
          </a:solidFill>
          <a:ln w="13365">
            <a:solidFill>
              <a:srgbClr val="AD8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-13"/>
          <p:cNvSpPr txBox="1"/>
          <p:nvPr/>
        </p:nvSpPr>
        <p:spPr>
          <a:xfrm>
            <a:off x="1909424" y="3771269"/>
            <a:ext cx="551506" cy="170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789" b="1">
                <a:solidFill>
                  <a:srgbClr val="2A3E36"/>
                </a:solidFill>
                <a:latin typeface="Microsoft YaHei"/>
              </a:defRPr>
            </a:pPr>
            <a:r>
              <a:rPr spc="26">
                <a:ea typeface="Microsoft YaHei"/>
              </a:rPr>
              <a:t>DAY 02</a:t>
            </a:r>
          </a:p>
        </p:txBody>
      </p:sp>
      <p:sp>
        <p:nvSpPr>
          <p:cNvPr id="36" name="text-14"/>
          <p:cNvSpPr txBox="1"/>
          <p:nvPr/>
        </p:nvSpPr>
        <p:spPr>
          <a:xfrm>
            <a:off x="1918947" y="4144888"/>
            <a:ext cx="532461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D8B80"/>
                </a:solidFill>
                <a:latin typeface="Microsoft YaHei"/>
              </a:defRPr>
            </a:pPr>
            <a:r>
              <a:rPr>
                <a:ea typeface="Microsoft YaHei"/>
              </a:rPr>
              <a:t>填写城市</a:t>
            </a:r>
          </a:p>
        </p:txBody>
      </p:sp>
      <p:sp>
        <p:nvSpPr>
          <p:cNvPr id="37" name="svg-element-36"/>
          <p:cNvSpPr/>
          <p:nvPr/>
        </p:nvSpPr>
        <p:spPr>
          <a:xfrm>
            <a:off x="3561773" y="3976088"/>
            <a:ext cx="120285" cy="120285"/>
          </a:xfrm>
          <a:prstGeom prst="ellipse">
            <a:avLst/>
          </a:prstGeom>
          <a:solidFill>
            <a:srgbClr val="F2EEE5"/>
          </a:solidFill>
          <a:ln w="13365">
            <a:solidFill>
              <a:srgbClr val="AD8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-15"/>
          <p:cNvSpPr txBox="1"/>
          <p:nvPr/>
        </p:nvSpPr>
        <p:spPr>
          <a:xfrm>
            <a:off x="3346162" y="3771269"/>
            <a:ext cx="551506" cy="170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789" b="1">
                <a:solidFill>
                  <a:srgbClr val="2A3E36"/>
                </a:solidFill>
                <a:latin typeface="Microsoft YaHei"/>
              </a:defRPr>
            </a:pPr>
            <a:r>
              <a:rPr spc="26">
                <a:ea typeface="Microsoft YaHei"/>
              </a:rPr>
              <a:t>DAY 03</a:t>
            </a:r>
          </a:p>
        </p:txBody>
      </p:sp>
      <p:sp>
        <p:nvSpPr>
          <p:cNvPr id="39" name="text-16"/>
          <p:cNvSpPr txBox="1"/>
          <p:nvPr/>
        </p:nvSpPr>
        <p:spPr>
          <a:xfrm>
            <a:off x="3355685" y="4144888"/>
            <a:ext cx="532461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D8B80"/>
                </a:solidFill>
                <a:latin typeface="Microsoft YaHei"/>
              </a:defRPr>
            </a:pPr>
            <a:r>
              <a:rPr>
                <a:ea typeface="Microsoft YaHei"/>
              </a:rPr>
              <a:t>填写城市</a:t>
            </a:r>
          </a:p>
        </p:txBody>
      </p:sp>
      <p:sp>
        <p:nvSpPr>
          <p:cNvPr id="40" name="svg-element-39"/>
          <p:cNvSpPr/>
          <p:nvPr/>
        </p:nvSpPr>
        <p:spPr>
          <a:xfrm>
            <a:off x="4998511" y="3976088"/>
            <a:ext cx="120285" cy="120285"/>
          </a:xfrm>
          <a:prstGeom prst="ellipse">
            <a:avLst/>
          </a:prstGeom>
          <a:solidFill>
            <a:srgbClr val="F2EEE5"/>
          </a:solidFill>
          <a:ln w="13365">
            <a:solidFill>
              <a:srgbClr val="AD8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-17"/>
          <p:cNvSpPr txBox="1"/>
          <p:nvPr/>
        </p:nvSpPr>
        <p:spPr>
          <a:xfrm>
            <a:off x="4782900" y="3771269"/>
            <a:ext cx="551506" cy="170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789" b="1">
                <a:solidFill>
                  <a:srgbClr val="2A3E36"/>
                </a:solidFill>
                <a:latin typeface="Microsoft YaHei"/>
              </a:defRPr>
            </a:pPr>
            <a:r>
              <a:rPr spc="26">
                <a:ea typeface="Microsoft YaHei"/>
              </a:rPr>
              <a:t>DAY 04</a:t>
            </a:r>
          </a:p>
        </p:txBody>
      </p:sp>
      <p:sp>
        <p:nvSpPr>
          <p:cNvPr id="42" name="text-18"/>
          <p:cNvSpPr txBox="1"/>
          <p:nvPr/>
        </p:nvSpPr>
        <p:spPr>
          <a:xfrm>
            <a:off x="4792423" y="4144888"/>
            <a:ext cx="532461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D8B80"/>
                </a:solidFill>
                <a:latin typeface="Microsoft YaHei"/>
              </a:defRPr>
            </a:pPr>
            <a:r>
              <a:rPr>
                <a:ea typeface="Microsoft YaHei"/>
              </a:rPr>
              <a:t>填写城市</a:t>
            </a:r>
          </a:p>
        </p:txBody>
      </p:sp>
      <p:sp>
        <p:nvSpPr>
          <p:cNvPr id="43" name="svg-element-42"/>
          <p:cNvSpPr/>
          <p:nvPr/>
        </p:nvSpPr>
        <p:spPr>
          <a:xfrm>
            <a:off x="6435249" y="3976088"/>
            <a:ext cx="120285" cy="120285"/>
          </a:xfrm>
          <a:prstGeom prst="ellipse">
            <a:avLst/>
          </a:prstGeom>
          <a:solidFill>
            <a:srgbClr val="AD8B5C"/>
          </a:solidFill>
          <a:ln w="13365">
            <a:solidFill>
              <a:srgbClr val="AD8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-19"/>
          <p:cNvSpPr txBox="1"/>
          <p:nvPr/>
        </p:nvSpPr>
        <p:spPr>
          <a:xfrm>
            <a:off x="6219638" y="3771269"/>
            <a:ext cx="551506" cy="170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789" b="1">
                <a:solidFill>
                  <a:srgbClr val="2A3E36"/>
                </a:solidFill>
                <a:latin typeface="Microsoft YaHei"/>
              </a:defRPr>
            </a:pPr>
            <a:r>
              <a:rPr spc="26">
                <a:ea typeface="Microsoft YaHei"/>
              </a:rPr>
              <a:t>DAY 05</a:t>
            </a:r>
          </a:p>
        </p:txBody>
      </p:sp>
      <p:sp>
        <p:nvSpPr>
          <p:cNvPr id="45" name="text-20"/>
          <p:cNvSpPr txBox="1"/>
          <p:nvPr/>
        </p:nvSpPr>
        <p:spPr>
          <a:xfrm>
            <a:off x="6229160" y="4144888"/>
            <a:ext cx="532461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D8B80"/>
                </a:solidFill>
                <a:latin typeface="Microsoft YaHei"/>
              </a:defRPr>
            </a:pPr>
            <a:r>
              <a:rPr>
                <a:ea typeface="Microsoft YaHei"/>
              </a:rPr>
              <a:t>填写城市</a:t>
            </a:r>
          </a:p>
        </p:txBody>
      </p:sp>
      <p:sp>
        <p:nvSpPr>
          <p:cNvPr id="46" name="svg-element-45"/>
          <p:cNvSpPr/>
          <p:nvPr/>
        </p:nvSpPr>
        <p:spPr>
          <a:xfrm>
            <a:off x="387585" y="4383721"/>
            <a:ext cx="6441932" cy="0"/>
          </a:xfrm>
          <a:custGeom>
            <a:avLst/>
            <a:gdLst/>
            <a:ahLst/>
            <a:cxnLst/>
            <a:rect l="l" t="t" r="r" b="b"/>
            <a:pathLst>
              <a:path w="964" h="0">
                <a:moveTo>
                  <a:pt x="0" y="0"/>
                </a:moveTo>
                <a:lnTo>
                  <a:pt x="964" y="0"/>
                </a:lnTo>
              </a:path>
            </a:pathLst>
          </a:custGeom>
          <a:noFill/>
          <a:ln w="6682">
            <a:solidFill>
              <a:srgbClr val="2A3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-21"/>
          <p:cNvSpPr txBox="1"/>
          <p:nvPr/>
        </p:nvSpPr>
        <p:spPr>
          <a:xfrm>
            <a:off x="394267" y="4523920"/>
            <a:ext cx="1903176" cy="249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7" b="1">
                <a:solidFill>
                  <a:srgbClr val="2A3E36"/>
                </a:solidFill>
                <a:latin typeface="Georgia"/>
              </a:defRPr>
            </a:pPr>
            <a:r>
              <a:rPr spc="53">
                <a:ea typeface="SimSun"/>
              </a:rPr>
              <a:t>THE DAILY PLAN</a:t>
            </a:r>
          </a:p>
        </p:txBody>
      </p:sp>
      <p:sp>
        <p:nvSpPr>
          <p:cNvPr id="48" name="text-22"/>
          <p:cNvSpPr txBox="1"/>
          <p:nvPr/>
        </p:nvSpPr>
        <p:spPr>
          <a:xfrm>
            <a:off x="4617608" y="4542163"/>
            <a:ext cx="2461299" cy="2158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99" b="1">
                <a:solidFill>
                  <a:srgbClr val="2A3E36"/>
                </a:solidFill>
                <a:latin typeface="Georgia"/>
              </a:defRPr>
            </a:pPr>
            <a:r>
              <a:rPr spc="53">
                <a:ea typeface="SimSun"/>
              </a:rPr>
              <a:t>SELECTED EXPERIENCES</a:t>
            </a:r>
          </a:p>
        </p:txBody>
      </p:sp>
      <p:sp>
        <p:nvSpPr>
          <p:cNvPr id="49" name="svg-element-48"/>
          <p:cNvSpPr/>
          <p:nvPr/>
        </p:nvSpPr>
        <p:spPr>
          <a:xfrm>
            <a:off x="4490641" y="4751259"/>
            <a:ext cx="0" cy="5051971"/>
          </a:xfrm>
          <a:custGeom>
            <a:avLst/>
            <a:gdLst/>
            <a:ahLst/>
            <a:cxnLst/>
            <a:rect l="l" t="t" r="r" b="b"/>
            <a:pathLst>
              <a:path w="0" h="756">
                <a:moveTo>
                  <a:pt x="0" y="0"/>
                </a:moveTo>
                <a:lnTo>
                  <a:pt x="0" y="756"/>
                </a:lnTo>
              </a:path>
            </a:pathLst>
          </a:custGeom>
          <a:noFill/>
          <a:ln w="6682">
            <a:solidFill>
              <a:srgbClr val="C7C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-23"/>
          <p:cNvSpPr txBox="1"/>
          <p:nvPr/>
        </p:nvSpPr>
        <p:spPr>
          <a:xfrm>
            <a:off x="400950" y="4877357"/>
            <a:ext cx="438372" cy="488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262" b="0">
                <a:solidFill>
                  <a:srgbClr val="AD8B5C"/>
                </a:solidFill>
                <a:latin typeface="Georgia"/>
              </a:defRPr>
            </a:pPr>
            <a:r>
              <a:rPr>
                <a:ea typeface="SimSun"/>
              </a:rPr>
              <a:t>01</a:t>
            </a:r>
          </a:p>
        </p:txBody>
      </p:sp>
      <p:sp>
        <p:nvSpPr>
          <p:cNvPr id="51" name="text-24"/>
          <p:cNvSpPr txBox="1"/>
          <p:nvPr/>
        </p:nvSpPr>
        <p:spPr>
          <a:xfrm>
            <a:off x="407632" y="5212886"/>
            <a:ext cx="312039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1">
                <a:solidFill>
                  <a:srgbClr val="2A3E36"/>
                </a:solidFill>
                <a:latin typeface="Microsoft YaHei"/>
              </a:defRPr>
            </a:pPr>
            <a:r>
              <a:rPr spc="105">
                <a:ea typeface="Microsoft YaHei"/>
              </a:rPr>
              <a:t>DAY</a:t>
            </a:r>
          </a:p>
        </p:txBody>
      </p:sp>
      <p:sp>
        <p:nvSpPr>
          <p:cNvPr id="52" name="svg-element-51"/>
          <p:cNvSpPr/>
          <p:nvPr/>
        </p:nvSpPr>
        <p:spPr>
          <a:xfrm>
            <a:off x="975645" y="4898273"/>
            <a:ext cx="1029105" cy="708345"/>
          </a:xfrm>
          <a:prstGeom prst="rect">
            <a:avLst/>
          </a:prstGeom>
          <a:solidFill>
            <a:srgbClr val="DBE1D8"/>
          </a:solidFill>
          <a:ln w="7684">
            <a:solidFill>
              <a:srgbClr val="AE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vg-element-52"/>
          <p:cNvSpPr/>
          <p:nvPr/>
        </p:nvSpPr>
        <p:spPr>
          <a:xfrm>
            <a:off x="995693" y="4918321"/>
            <a:ext cx="989010" cy="668250"/>
          </a:xfrm>
          <a:custGeom>
            <a:avLst/>
            <a:gdLst/>
            <a:ahLst/>
            <a:cxnLst/>
            <a:rect l="l" t="t" r="r" b="b"/>
            <a:pathLst>
              <a:path w="148" h="100">
                <a:moveTo>
                  <a:pt x="0" y="0"/>
                </a:moveTo>
                <a:lnTo>
                  <a:pt x="148" y="100"/>
                </a:lnTo>
              </a:path>
            </a:pathLst>
          </a:custGeom>
          <a:noFill/>
          <a:ln w="6014">
            <a:solidFill>
              <a:srgbClr val="AEBBAD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vg-element-53"/>
          <p:cNvSpPr/>
          <p:nvPr/>
        </p:nvSpPr>
        <p:spPr>
          <a:xfrm>
            <a:off x="995693" y="4918321"/>
            <a:ext cx="989010" cy="668250"/>
          </a:xfrm>
          <a:custGeom>
            <a:avLst/>
            <a:gdLst/>
            <a:ahLst/>
            <a:cxnLst/>
            <a:rect l="l" t="t" r="r" b="b"/>
            <a:pathLst>
              <a:path w="148" h="100">
                <a:moveTo>
                  <a:pt x="148" y="0"/>
                </a:moveTo>
                <a:lnTo>
                  <a:pt x="0" y="100"/>
                </a:lnTo>
              </a:path>
            </a:pathLst>
          </a:custGeom>
          <a:noFill/>
          <a:ln w="6014">
            <a:solidFill>
              <a:srgbClr val="AEBBAD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vg-element-54"/>
          <p:cNvSpPr/>
          <p:nvPr/>
        </p:nvSpPr>
        <p:spPr>
          <a:xfrm>
            <a:off x="1376862" y="5139581"/>
            <a:ext cx="226670" cy="170002"/>
          </a:xfrm>
          <a:prstGeom prst="roundRect">
            <a:avLst>
              <a:gd name="adj" fmla="val 7861"/>
            </a:avLst>
          </a:prstGeom>
          <a:noFill/>
          <a:ln w="13365">
            <a:solidFill>
              <a:srgbClr val="AE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vg-element-55"/>
          <p:cNvSpPr/>
          <p:nvPr/>
        </p:nvSpPr>
        <p:spPr>
          <a:xfrm>
            <a:off x="1526465" y="5175848"/>
            <a:ext cx="31733" cy="31733"/>
          </a:xfrm>
          <a:prstGeom prst="ellipse">
            <a:avLst/>
          </a:prstGeom>
          <a:solidFill>
            <a:srgbClr val="AE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vg-element-56"/>
          <p:cNvSpPr/>
          <p:nvPr/>
        </p:nvSpPr>
        <p:spPr>
          <a:xfrm>
            <a:off x="1403325" y="5219034"/>
            <a:ext cx="187110" cy="60143"/>
          </a:xfrm>
          <a:custGeom>
            <a:avLst/>
            <a:gdLst/>
            <a:ahLst/>
            <a:cxnLst/>
            <a:rect l="l" t="t" r="r" b="b"/>
            <a:pathLst>
              <a:path w="28" h="9">
                <a:moveTo>
                  <a:pt x="0" y="9"/>
                </a:moveTo>
                <a:lnTo>
                  <a:pt x="8" y="0"/>
                </a:lnTo>
                <a:lnTo>
                  <a:pt x="13" y="6"/>
                </a:lnTo>
                <a:lnTo>
                  <a:pt x="18" y="0"/>
                </a:lnTo>
                <a:lnTo>
                  <a:pt x="28" y="9"/>
                </a:lnTo>
                <a:close/>
              </a:path>
            </a:pathLst>
          </a:custGeom>
          <a:solidFill>
            <a:srgbClr val="AE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vg-element-57"/>
          <p:cNvSpPr/>
          <p:nvPr/>
        </p:nvSpPr>
        <p:spPr>
          <a:xfrm>
            <a:off x="1035787" y="5406144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-25"/>
          <p:cNvSpPr txBox="1"/>
          <p:nvPr/>
        </p:nvSpPr>
        <p:spPr>
          <a:xfrm>
            <a:off x="1089247" y="5446773"/>
            <a:ext cx="258746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EBBAD"/>
                </a:solidFill>
                <a:latin typeface="Microsoft YaHei"/>
              </a:defRPr>
            </a:pPr>
            <a:r>
              <a:rPr>
                <a:ea typeface="Microsoft YaHei"/>
              </a:rPr>
              <a:t>照片</a:t>
            </a:r>
          </a:p>
        </p:txBody>
      </p:sp>
      <p:sp>
        <p:nvSpPr>
          <p:cNvPr id="60" name="text-26"/>
          <p:cNvSpPr txBox="1"/>
          <p:nvPr/>
        </p:nvSpPr>
        <p:spPr>
          <a:xfrm>
            <a:off x="2138400" y="4916984"/>
            <a:ext cx="1759903" cy="2272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2" b="1">
                <a:solidFill>
                  <a:srgbClr val="2A3E36"/>
                </a:solidFill>
                <a:latin typeface="Georgia"/>
              </a:defRPr>
            </a:pPr>
            <a:r>
              <a:rPr>
                <a:ea typeface="SimSun"/>
              </a:rPr>
              <a:t>每日目的地 / 行程概述</a:t>
            </a:r>
          </a:p>
        </p:txBody>
      </p:sp>
      <p:sp>
        <p:nvSpPr>
          <p:cNvPr id="61" name="svg-element-60"/>
          <p:cNvSpPr/>
          <p:nvPr/>
        </p:nvSpPr>
        <p:spPr>
          <a:xfrm>
            <a:off x="2138400" y="5158891"/>
            <a:ext cx="2071575" cy="53460"/>
          </a:xfrm>
          <a:prstGeom prst="roundRect">
            <a:avLst>
              <a:gd name="adj" fmla="val 50000"/>
            </a:avLst>
          </a:prstGeom>
          <a:solidFill>
            <a:srgbClr val="A9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vg-element-61"/>
          <p:cNvSpPr/>
          <p:nvPr/>
        </p:nvSpPr>
        <p:spPr>
          <a:xfrm>
            <a:off x="2138400" y="5292541"/>
            <a:ext cx="1857735" cy="53460"/>
          </a:xfrm>
          <a:prstGeom prst="roundRect">
            <a:avLst>
              <a:gd name="adj" fmla="val 50000"/>
            </a:avLst>
          </a:prstGeom>
          <a:solidFill>
            <a:srgbClr val="A9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vg-element-62"/>
          <p:cNvSpPr/>
          <p:nvPr/>
        </p:nvSpPr>
        <p:spPr>
          <a:xfrm>
            <a:off x="2138400" y="5426191"/>
            <a:ext cx="1957973" cy="53460"/>
          </a:xfrm>
          <a:prstGeom prst="roundRect">
            <a:avLst>
              <a:gd name="adj" fmla="val 50000"/>
            </a:avLst>
          </a:prstGeom>
          <a:solidFill>
            <a:srgbClr val="A9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-27"/>
          <p:cNvSpPr txBox="1"/>
          <p:nvPr/>
        </p:nvSpPr>
        <p:spPr>
          <a:xfrm>
            <a:off x="2145083" y="5548214"/>
            <a:ext cx="1118383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D8B80"/>
                </a:solidFill>
                <a:latin typeface="Microsoft YaHei"/>
              </a:defRPr>
            </a:pPr>
            <a:r>
              <a:rPr>
                <a:ea typeface="Microsoft YaHei"/>
              </a:rPr>
              <a:t>交通  ·  餐饮  ·  酒店</a:t>
            </a:r>
          </a:p>
        </p:txBody>
      </p:sp>
      <p:sp>
        <p:nvSpPr>
          <p:cNvPr id="65" name="svg-element-64"/>
          <p:cNvSpPr/>
          <p:nvPr/>
        </p:nvSpPr>
        <p:spPr>
          <a:xfrm>
            <a:off x="387585" y="5766999"/>
            <a:ext cx="3976089" cy="0"/>
          </a:xfrm>
          <a:custGeom>
            <a:avLst/>
            <a:gdLst/>
            <a:ahLst/>
            <a:cxnLst/>
            <a:rect l="l" t="t" r="r" b="b"/>
            <a:pathLst>
              <a:path w="595" h="0">
                <a:moveTo>
                  <a:pt x="0" y="0"/>
                </a:moveTo>
                <a:lnTo>
                  <a:pt x="595" y="0"/>
                </a:lnTo>
              </a:path>
            </a:pathLst>
          </a:custGeom>
          <a:noFill/>
          <a:ln w="6682">
            <a:solidFill>
              <a:srgbClr val="C7C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-28"/>
          <p:cNvSpPr txBox="1"/>
          <p:nvPr/>
        </p:nvSpPr>
        <p:spPr>
          <a:xfrm>
            <a:off x="400950" y="5846320"/>
            <a:ext cx="485416" cy="488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262" b="0">
                <a:solidFill>
                  <a:srgbClr val="AD8B5C"/>
                </a:solidFill>
                <a:latin typeface="Georgia"/>
              </a:defRPr>
            </a:pPr>
            <a:r>
              <a:rPr>
                <a:ea typeface="SimSun"/>
              </a:rPr>
              <a:t>02</a:t>
            </a:r>
          </a:p>
        </p:txBody>
      </p:sp>
      <p:sp>
        <p:nvSpPr>
          <p:cNvPr id="67" name="text-29"/>
          <p:cNvSpPr txBox="1"/>
          <p:nvPr/>
        </p:nvSpPr>
        <p:spPr>
          <a:xfrm>
            <a:off x="407632" y="6181848"/>
            <a:ext cx="312039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1">
                <a:solidFill>
                  <a:srgbClr val="2A3E36"/>
                </a:solidFill>
                <a:latin typeface="Microsoft YaHei"/>
              </a:defRPr>
            </a:pPr>
            <a:r>
              <a:rPr spc="105">
                <a:ea typeface="Microsoft YaHei"/>
              </a:rPr>
              <a:t>DAY</a:t>
            </a:r>
          </a:p>
        </p:txBody>
      </p:sp>
      <p:sp>
        <p:nvSpPr>
          <p:cNvPr id="68" name="svg-element-67"/>
          <p:cNvSpPr/>
          <p:nvPr/>
        </p:nvSpPr>
        <p:spPr>
          <a:xfrm>
            <a:off x="975645" y="5867236"/>
            <a:ext cx="1029105" cy="708345"/>
          </a:xfrm>
          <a:prstGeom prst="rect">
            <a:avLst/>
          </a:prstGeom>
          <a:solidFill>
            <a:srgbClr val="DBE1D8"/>
          </a:solidFill>
          <a:ln w="7684">
            <a:solidFill>
              <a:srgbClr val="AE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vg-element-68"/>
          <p:cNvSpPr/>
          <p:nvPr/>
        </p:nvSpPr>
        <p:spPr>
          <a:xfrm>
            <a:off x="995693" y="5887284"/>
            <a:ext cx="989010" cy="668250"/>
          </a:xfrm>
          <a:custGeom>
            <a:avLst/>
            <a:gdLst/>
            <a:ahLst/>
            <a:cxnLst/>
            <a:rect l="l" t="t" r="r" b="b"/>
            <a:pathLst>
              <a:path w="148" h="100">
                <a:moveTo>
                  <a:pt x="0" y="0"/>
                </a:moveTo>
                <a:lnTo>
                  <a:pt x="148" y="100"/>
                </a:lnTo>
              </a:path>
            </a:pathLst>
          </a:custGeom>
          <a:noFill/>
          <a:ln w="6014">
            <a:solidFill>
              <a:srgbClr val="AEBBAD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vg-element-69"/>
          <p:cNvSpPr/>
          <p:nvPr/>
        </p:nvSpPr>
        <p:spPr>
          <a:xfrm>
            <a:off x="995693" y="5887284"/>
            <a:ext cx="989010" cy="668250"/>
          </a:xfrm>
          <a:custGeom>
            <a:avLst/>
            <a:gdLst/>
            <a:ahLst/>
            <a:cxnLst/>
            <a:rect l="l" t="t" r="r" b="b"/>
            <a:pathLst>
              <a:path w="148" h="100">
                <a:moveTo>
                  <a:pt x="148" y="0"/>
                </a:moveTo>
                <a:lnTo>
                  <a:pt x="0" y="100"/>
                </a:lnTo>
              </a:path>
            </a:pathLst>
          </a:custGeom>
          <a:noFill/>
          <a:ln w="6014">
            <a:solidFill>
              <a:srgbClr val="AEBBAD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vg-element-70"/>
          <p:cNvSpPr/>
          <p:nvPr/>
        </p:nvSpPr>
        <p:spPr>
          <a:xfrm>
            <a:off x="1376862" y="6108544"/>
            <a:ext cx="226670" cy="170002"/>
          </a:xfrm>
          <a:prstGeom prst="roundRect">
            <a:avLst>
              <a:gd name="adj" fmla="val 7861"/>
            </a:avLst>
          </a:prstGeom>
          <a:noFill/>
          <a:ln w="13365">
            <a:solidFill>
              <a:srgbClr val="AE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vg-element-71"/>
          <p:cNvSpPr/>
          <p:nvPr/>
        </p:nvSpPr>
        <p:spPr>
          <a:xfrm>
            <a:off x="1526465" y="6144811"/>
            <a:ext cx="31733" cy="31733"/>
          </a:xfrm>
          <a:prstGeom prst="ellipse">
            <a:avLst/>
          </a:prstGeom>
          <a:solidFill>
            <a:srgbClr val="AE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vg-element-72"/>
          <p:cNvSpPr/>
          <p:nvPr/>
        </p:nvSpPr>
        <p:spPr>
          <a:xfrm>
            <a:off x="1403325" y="6187997"/>
            <a:ext cx="187110" cy="60143"/>
          </a:xfrm>
          <a:custGeom>
            <a:avLst/>
            <a:gdLst/>
            <a:ahLst/>
            <a:cxnLst/>
            <a:rect l="l" t="t" r="r" b="b"/>
            <a:pathLst>
              <a:path w="28" h="9">
                <a:moveTo>
                  <a:pt x="0" y="9"/>
                </a:moveTo>
                <a:lnTo>
                  <a:pt x="8" y="0"/>
                </a:lnTo>
                <a:lnTo>
                  <a:pt x="13" y="6"/>
                </a:lnTo>
                <a:lnTo>
                  <a:pt x="18" y="0"/>
                </a:lnTo>
                <a:lnTo>
                  <a:pt x="28" y="9"/>
                </a:lnTo>
                <a:close/>
              </a:path>
            </a:pathLst>
          </a:custGeom>
          <a:solidFill>
            <a:srgbClr val="AE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vg-element-73"/>
          <p:cNvSpPr/>
          <p:nvPr/>
        </p:nvSpPr>
        <p:spPr>
          <a:xfrm>
            <a:off x="1035787" y="6375106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-30"/>
          <p:cNvSpPr txBox="1"/>
          <p:nvPr/>
        </p:nvSpPr>
        <p:spPr>
          <a:xfrm>
            <a:off x="1089247" y="6415736"/>
            <a:ext cx="258746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EBBAD"/>
                </a:solidFill>
                <a:latin typeface="Microsoft YaHei"/>
              </a:defRPr>
            </a:pPr>
            <a:r>
              <a:rPr>
                <a:ea typeface="Microsoft YaHei"/>
              </a:rPr>
              <a:t>照片</a:t>
            </a:r>
          </a:p>
        </p:txBody>
      </p:sp>
      <p:sp>
        <p:nvSpPr>
          <p:cNvPr id="76" name="text-31"/>
          <p:cNvSpPr txBox="1"/>
          <p:nvPr/>
        </p:nvSpPr>
        <p:spPr>
          <a:xfrm>
            <a:off x="2138400" y="5885947"/>
            <a:ext cx="1759903" cy="2272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2" b="1">
                <a:solidFill>
                  <a:srgbClr val="2A3E36"/>
                </a:solidFill>
                <a:latin typeface="Georgia"/>
              </a:defRPr>
            </a:pPr>
            <a:r>
              <a:rPr>
                <a:ea typeface="SimSun"/>
              </a:rPr>
              <a:t>每日目的地 / 行程概述</a:t>
            </a:r>
          </a:p>
        </p:txBody>
      </p:sp>
      <p:sp>
        <p:nvSpPr>
          <p:cNvPr id="77" name="svg-element-76"/>
          <p:cNvSpPr/>
          <p:nvPr/>
        </p:nvSpPr>
        <p:spPr>
          <a:xfrm>
            <a:off x="2138400" y="6127854"/>
            <a:ext cx="2071575" cy="53460"/>
          </a:xfrm>
          <a:prstGeom prst="roundRect">
            <a:avLst>
              <a:gd name="adj" fmla="val 50000"/>
            </a:avLst>
          </a:prstGeom>
          <a:solidFill>
            <a:srgbClr val="A9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vg-element-77"/>
          <p:cNvSpPr/>
          <p:nvPr/>
        </p:nvSpPr>
        <p:spPr>
          <a:xfrm>
            <a:off x="2138400" y="6261504"/>
            <a:ext cx="1857735" cy="53460"/>
          </a:xfrm>
          <a:prstGeom prst="roundRect">
            <a:avLst>
              <a:gd name="adj" fmla="val 50000"/>
            </a:avLst>
          </a:prstGeom>
          <a:solidFill>
            <a:srgbClr val="A9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vg-element-78"/>
          <p:cNvSpPr/>
          <p:nvPr/>
        </p:nvSpPr>
        <p:spPr>
          <a:xfrm>
            <a:off x="2138400" y="6395154"/>
            <a:ext cx="1957973" cy="53460"/>
          </a:xfrm>
          <a:prstGeom prst="roundRect">
            <a:avLst>
              <a:gd name="adj" fmla="val 50000"/>
            </a:avLst>
          </a:prstGeom>
          <a:solidFill>
            <a:srgbClr val="A9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-32"/>
          <p:cNvSpPr txBox="1"/>
          <p:nvPr/>
        </p:nvSpPr>
        <p:spPr>
          <a:xfrm>
            <a:off x="2145083" y="6517176"/>
            <a:ext cx="1118383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D8B80"/>
                </a:solidFill>
                <a:latin typeface="Microsoft YaHei"/>
              </a:defRPr>
            </a:pPr>
            <a:r>
              <a:rPr>
                <a:ea typeface="Microsoft YaHei"/>
              </a:rPr>
              <a:t>交通  ·  餐饮  ·  酒店</a:t>
            </a:r>
          </a:p>
        </p:txBody>
      </p:sp>
      <p:sp>
        <p:nvSpPr>
          <p:cNvPr id="81" name="svg-element-80"/>
          <p:cNvSpPr/>
          <p:nvPr/>
        </p:nvSpPr>
        <p:spPr>
          <a:xfrm>
            <a:off x="387585" y="6735962"/>
            <a:ext cx="3976089" cy="0"/>
          </a:xfrm>
          <a:custGeom>
            <a:avLst/>
            <a:gdLst/>
            <a:ahLst/>
            <a:cxnLst/>
            <a:rect l="l" t="t" r="r" b="b"/>
            <a:pathLst>
              <a:path w="595" h="0">
                <a:moveTo>
                  <a:pt x="0" y="0"/>
                </a:moveTo>
                <a:lnTo>
                  <a:pt x="595" y="0"/>
                </a:lnTo>
              </a:path>
            </a:pathLst>
          </a:custGeom>
          <a:noFill/>
          <a:ln w="6682">
            <a:solidFill>
              <a:srgbClr val="C7C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-33"/>
          <p:cNvSpPr txBox="1"/>
          <p:nvPr/>
        </p:nvSpPr>
        <p:spPr>
          <a:xfrm>
            <a:off x="400950" y="6815283"/>
            <a:ext cx="483278" cy="488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262" b="0">
                <a:solidFill>
                  <a:srgbClr val="AD8B5C"/>
                </a:solidFill>
                <a:latin typeface="Georgia"/>
              </a:defRPr>
            </a:pPr>
            <a:r>
              <a:rPr>
                <a:ea typeface="SimSun"/>
              </a:rPr>
              <a:t>03</a:t>
            </a:r>
          </a:p>
        </p:txBody>
      </p:sp>
      <p:sp>
        <p:nvSpPr>
          <p:cNvPr id="83" name="text-34"/>
          <p:cNvSpPr txBox="1"/>
          <p:nvPr/>
        </p:nvSpPr>
        <p:spPr>
          <a:xfrm>
            <a:off x="407632" y="7150811"/>
            <a:ext cx="312039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1">
                <a:solidFill>
                  <a:srgbClr val="2A3E36"/>
                </a:solidFill>
                <a:latin typeface="Microsoft YaHei"/>
              </a:defRPr>
            </a:pPr>
            <a:r>
              <a:rPr spc="105">
                <a:ea typeface="Microsoft YaHei"/>
              </a:rPr>
              <a:t>DAY</a:t>
            </a:r>
          </a:p>
        </p:txBody>
      </p:sp>
      <p:sp>
        <p:nvSpPr>
          <p:cNvPr id="84" name="svg-element-83"/>
          <p:cNvSpPr/>
          <p:nvPr/>
        </p:nvSpPr>
        <p:spPr>
          <a:xfrm>
            <a:off x="975645" y="6836199"/>
            <a:ext cx="1029105" cy="708345"/>
          </a:xfrm>
          <a:prstGeom prst="rect">
            <a:avLst/>
          </a:prstGeom>
          <a:solidFill>
            <a:srgbClr val="DBE1D8"/>
          </a:solidFill>
          <a:ln w="7684">
            <a:solidFill>
              <a:srgbClr val="AE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svg-element-84"/>
          <p:cNvSpPr/>
          <p:nvPr/>
        </p:nvSpPr>
        <p:spPr>
          <a:xfrm>
            <a:off x="995693" y="6856247"/>
            <a:ext cx="989010" cy="668250"/>
          </a:xfrm>
          <a:custGeom>
            <a:avLst/>
            <a:gdLst/>
            <a:ahLst/>
            <a:cxnLst/>
            <a:rect l="l" t="t" r="r" b="b"/>
            <a:pathLst>
              <a:path w="148" h="100">
                <a:moveTo>
                  <a:pt x="0" y="0"/>
                </a:moveTo>
                <a:lnTo>
                  <a:pt x="148" y="100"/>
                </a:lnTo>
              </a:path>
            </a:pathLst>
          </a:custGeom>
          <a:noFill/>
          <a:ln w="6014">
            <a:solidFill>
              <a:srgbClr val="AEBBAD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vg-element-85"/>
          <p:cNvSpPr/>
          <p:nvPr/>
        </p:nvSpPr>
        <p:spPr>
          <a:xfrm>
            <a:off x="995693" y="6856247"/>
            <a:ext cx="989010" cy="668250"/>
          </a:xfrm>
          <a:custGeom>
            <a:avLst/>
            <a:gdLst/>
            <a:ahLst/>
            <a:cxnLst/>
            <a:rect l="l" t="t" r="r" b="b"/>
            <a:pathLst>
              <a:path w="148" h="100">
                <a:moveTo>
                  <a:pt x="148" y="0"/>
                </a:moveTo>
                <a:lnTo>
                  <a:pt x="0" y="100"/>
                </a:lnTo>
              </a:path>
            </a:pathLst>
          </a:custGeom>
          <a:noFill/>
          <a:ln w="6014">
            <a:solidFill>
              <a:srgbClr val="AEBBAD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svg-element-86"/>
          <p:cNvSpPr/>
          <p:nvPr/>
        </p:nvSpPr>
        <p:spPr>
          <a:xfrm>
            <a:off x="1376862" y="7077507"/>
            <a:ext cx="226670" cy="170002"/>
          </a:xfrm>
          <a:prstGeom prst="roundRect">
            <a:avLst>
              <a:gd name="adj" fmla="val 7861"/>
            </a:avLst>
          </a:prstGeom>
          <a:noFill/>
          <a:ln w="13365">
            <a:solidFill>
              <a:srgbClr val="AE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vg-element-87"/>
          <p:cNvSpPr/>
          <p:nvPr/>
        </p:nvSpPr>
        <p:spPr>
          <a:xfrm>
            <a:off x="1526465" y="7113774"/>
            <a:ext cx="31733" cy="31733"/>
          </a:xfrm>
          <a:prstGeom prst="ellipse">
            <a:avLst/>
          </a:prstGeom>
          <a:solidFill>
            <a:srgbClr val="AE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vg-element-88"/>
          <p:cNvSpPr/>
          <p:nvPr/>
        </p:nvSpPr>
        <p:spPr>
          <a:xfrm>
            <a:off x="1403325" y="7156960"/>
            <a:ext cx="187110" cy="60143"/>
          </a:xfrm>
          <a:custGeom>
            <a:avLst/>
            <a:gdLst/>
            <a:ahLst/>
            <a:cxnLst/>
            <a:rect l="l" t="t" r="r" b="b"/>
            <a:pathLst>
              <a:path w="28" h="9">
                <a:moveTo>
                  <a:pt x="0" y="9"/>
                </a:moveTo>
                <a:lnTo>
                  <a:pt x="8" y="0"/>
                </a:lnTo>
                <a:lnTo>
                  <a:pt x="13" y="6"/>
                </a:lnTo>
                <a:lnTo>
                  <a:pt x="18" y="0"/>
                </a:lnTo>
                <a:lnTo>
                  <a:pt x="28" y="9"/>
                </a:lnTo>
                <a:close/>
              </a:path>
            </a:pathLst>
          </a:custGeom>
          <a:solidFill>
            <a:srgbClr val="AE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vg-element-89"/>
          <p:cNvSpPr/>
          <p:nvPr/>
        </p:nvSpPr>
        <p:spPr>
          <a:xfrm>
            <a:off x="1035787" y="7344069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-35"/>
          <p:cNvSpPr txBox="1"/>
          <p:nvPr/>
        </p:nvSpPr>
        <p:spPr>
          <a:xfrm>
            <a:off x="1089247" y="7384699"/>
            <a:ext cx="258746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EBBAD"/>
                </a:solidFill>
                <a:latin typeface="Microsoft YaHei"/>
              </a:defRPr>
            </a:pPr>
            <a:r>
              <a:rPr>
                <a:ea typeface="Microsoft YaHei"/>
              </a:rPr>
              <a:t>照片</a:t>
            </a:r>
          </a:p>
        </p:txBody>
      </p:sp>
      <p:sp>
        <p:nvSpPr>
          <p:cNvPr id="92" name="text-36"/>
          <p:cNvSpPr txBox="1"/>
          <p:nvPr/>
        </p:nvSpPr>
        <p:spPr>
          <a:xfrm>
            <a:off x="2138400" y="6854910"/>
            <a:ext cx="1759903" cy="2272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2" b="1">
                <a:solidFill>
                  <a:srgbClr val="2A3E36"/>
                </a:solidFill>
                <a:latin typeface="Georgia"/>
              </a:defRPr>
            </a:pPr>
            <a:r>
              <a:rPr>
                <a:ea typeface="SimSun"/>
              </a:rPr>
              <a:t>每日目的地 / 行程概述</a:t>
            </a:r>
          </a:p>
        </p:txBody>
      </p:sp>
      <p:sp>
        <p:nvSpPr>
          <p:cNvPr id="93" name="svg-element-92"/>
          <p:cNvSpPr/>
          <p:nvPr/>
        </p:nvSpPr>
        <p:spPr>
          <a:xfrm>
            <a:off x="2138400" y="7096816"/>
            <a:ext cx="2071575" cy="53460"/>
          </a:xfrm>
          <a:prstGeom prst="roundRect">
            <a:avLst>
              <a:gd name="adj" fmla="val 50000"/>
            </a:avLst>
          </a:prstGeom>
          <a:solidFill>
            <a:srgbClr val="A9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vg-element-93"/>
          <p:cNvSpPr/>
          <p:nvPr/>
        </p:nvSpPr>
        <p:spPr>
          <a:xfrm>
            <a:off x="2138400" y="7230467"/>
            <a:ext cx="1857735" cy="53460"/>
          </a:xfrm>
          <a:prstGeom prst="roundRect">
            <a:avLst>
              <a:gd name="adj" fmla="val 50000"/>
            </a:avLst>
          </a:prstGeom>
          <a:solidFill>
            <a:srgbClr val="A9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svg-element-94"/>
          <p:cNvSpPr/>
          <p:nvPr/>
        </p:nvSpPr>
        <p:spPr>
          <a:xfrm>
            <a:off x="2138400" y="7364117"/>
            <a:ext cx="1957973" cy="53460"/>
          </a:xfrm>
          <a:prstGeom prst="roundRect">
            <a:avLst>
              <a:gd name="adj" fmla="val 50000"/>
            </a:avLst>
          </a:prstGeom>
          <a:solidFill>
            <a:srgbClr val="A9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-37"/>
          <p:cNvSpPr txBox="1"/>
          <p:nvPr/>
        </p:nvSpPr>
        <p:spPr>
          <a:xfrm>
            <a:off x="2145083" y="7486139"/>
            <a:ext cx="1118383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D8B80"/>
                </a:solidFill>
                <a:latin typeface="Microsoft YaHei"/>
              </a:defRPr>
            </a:pPr>
            <a:r>
              <a:rPr>
                <a:ea typeface="Microsoft YaHei"/>
              </a:rPr>
              <a:t>交通  ·  餐饮  ·  酒店</a:t>
            </a:r>
          </a:p>
        </p:txBody>
      </p:sp>
      <p:sp>
        <p:nvSpPr>
          <p:cNvPr id="97" name="svg-element-96"/>
          <p:cNvSpPr/>
          <p:nvPr/>
        </p:nvSpPr>
        <p:spPr>
          <a:xfrm>
            <a:off x="387585" y="7704925"/>
            <a:ext cx="3976089" cy="0"/>
          </a:xfrm>
          <a:custGeom>
            <a:avLst/>
            <a:gdLst/>
            <a:ahLst/>
            <a:cxnLst/>
            <a:rect l="l" t="t" r="r" b="b"/>
            <a:pathLst>
              <a:path w="595" h="0">
                <a:moveTo>
                  <a:pt x="0" y="0"/>
                </a:moveTo>
                <a:lnTo>
                  <a:pt x="595" y="0"/>
                </a:lnTo>
              </a:path>
            </a:pathLst>
          </a:custGeom>
          <a:noFill/>
          <a:ln w="6682">
            <a:solidFill>
              <a:srgbClr val="C7C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-38"/>
          <p:cNvSpPr txBox="1"/>
          <p:nvPr/>
        </p:nvSpPr>
        <p:spPr>
          <a:xfrm>
            <a:off x="400950" y="7784245"/>
            <a:ext cx="487555" cy="488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262" b="0">
                <a:solidFill>
                  <a:srgbClr val="AD8B5C"/>
                </a:solidFill>
                <a:latin typeface="Georgia"/>
              </a:defRPr>
            </a:pPr>
            <a:r>
              <a:rPr>
                <a:ea typeface="SimSun"/>
              </a:rPr>
              <a:t>04</a:t>
            </a:r>
          </a:p>
        </p:txBody>
      </p:sp>
      <p:sp>
        <p:nvSpPr>
          <p:cNvPr id="99" name="text-39"/>
          <p:cNvSpPr txBox="1"/>
          <p:nvPr/>
        </p:nvSpPr>
        <p:spPr>
          <a:xfrm>
            <a:off x="407632" y="8119774"/>
            <a:ext cx="312039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1">
                <a:solidFill>
                  <a:srgbClr val="2A3E36"/>
                </a:solidFill>
                <a:latin typeface="Microsoft YaHei"/>
              </a:defRPr>
            </a:pPr>
            <a:r>
              <a:rPr spc="105">
                <a:ea typeface="Microsoft YaHei"/>
              </a:rPr>
              <a:t>DAY</a:t>
            </a:r>
          </a:p>
        </p:txBody>
      </p:sp>
      <p:sp>
        <p:nvSpPr>
          <p:cNvPr id="100" name="svg-element-99"/>
          <p:cNvSpPr/>
          <p:nvPr/>
        </p:nvSpPr>
        <p:spPr>
          <a:xfrm>
            <a:off x="975645" y="7805162"/>
            <a:ext cx="1029105" cy="708345"/>
          </a:xfrm>
          <a:prstGeom prst="rect">
            <a:avLst/>
          </a:prstGeom>
          <a:solidFill>
            <a:srgbClr val="DBE1D8"/>
          </a:solidFill>
          <a:ln w="7684">
            <a:solidFill>
              <a:srgbClr val="AE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svg-element-100"/>
          <p:cNvSpPr/>
          <p:nvPr/>
        </p:nvSpPr>
        <p:spPr>
          <a:xfrm>
            <a:off x="995693" y="7825210"/>
            <a:ext cx="989010" cy="668250"/>
          </a:xfrm>
          <a:custGeom>
            <a:avLst/>
            <a:gdLst/>
            <a:ahLst/>
            <a:cxnLst/>
            <a:rect l="l" t="t" r="r" b="b"/>
            <a:pathLst>
              <a:path w="148" h="100">
                <a:moveTo>
                  <a:pt x="0" y="0"/>
                </a:moveTo>
                <a:lnTo>
                  <a:pt x="148" y="100"/>
                </a:lnTo>
              </a:path>
            </a:pathLst>
          </a:custGeom>
          <a:noFill/>
          <a:ln w="6014">
            <a:solidFill>
              <a:srgbClr val="AEBBAD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vg-element-101"/>
          <p:cNvSpPr/>
          <p:nvPr/>
        </p:nvSpPr>
        <p:spPr>
          <a:xfrm>
            <a:off x="995693" y="7825210"/>
            <a:ext cx="989010" cy="668250"/>
          </a:xfrm>
          <a:custGeom>
            <a:avLst/>
            <a:gdLst/>
            <a:ahLst/>
            <a:cxnLst/>
            <a:rect l="l" t="t" r="r" b="b"/>
            <a:pathLst>
              <a:path w="148" h="100">
                <a:moveTo>
                  <a:pt x="148" y="0"/>
                </a:moveTo>
                <a:lnTo>
                  <a:pt x="0" y="100"/>
                </a:lnTo>
              </a:path>
            </a:pathLst>
          </a:custGeom>
          <a:noFill/>
          <a:ln w="6014">
            <a:solidFill>
              <a:srgbClr val="AEBBAD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svg-element-102"/>
          <p:cNvSpPr/>
          <p:nvPr/>
        </p:nvSpPr>
        <p:spPr>
          <a:xfrm>
            <a:off x="1376862" y="8046470"/>
            <a:ext cx="226670" cy="170002"/>
          </a:xfrm>
          <a:prstGeom prst="roundRect">
            <a:avLst>
              <a:gd name="adj" fmla="val 7861"/>
            </a:avLst>
          </a:prstGeom>
          <a:noFill/>
          <a:ln w="13365">
            <a:solidFill>
              <a:srgbClr val="AE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vg-element-103"/>
          <p:cNvSpPr/>
          <p:nvPr/>
        </p:nvSpPr>
        <p:spPr>
          <a:xfrm>
            <a:off x="1526465" y="8082737"/>
            <a:ext cx="31733" cy="31733"/>
          </a:xfrm>
          <a:prstGeom prst="ellipse">
            <a:avLst/>
          </a:prstGeom>
          <a:solidFill>
            <a:srgbClr val="AE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vg-element-104"/>
          <p:cNvSpPr/>
          <p:nvPr/>
        </p:nvSpPr>
        <p:spPr>
          <a:xfrm>
            <a:off x="1403325" y="8125922"/>
            <a:ext cx="187110" cy="60143"/>
          </a:xfrm>
          <a:custGeom>
            <a:avLst/>
            <a:gdLst/>
            <a:ahLst/>
            <a:cxnLst/>
            <a:rect l="l" t="t" r="r" b="b"/>
            <a:pathLst>
              <a:path w="28" h="9">
                <a:moveTo>
                  <a:pt x="0" y="9"/>
                </a:moveTo>
                <a:lnTo>
                  <a:pt x="8" y="0"/>
                </a:lnTo>
                <a:lnTo>
                  <a:pt x="13" y="6"/>
                </a:lnTo>
                <a:lnTo>
                  <a:pt x="18" y="0"/>
                </a:lnTo>
                <a:lnTo>
                  <a:pt x="28" y="9"/>
                </a:lnTo>
                <a:close/>
              </a:path>
            </a:pathLst>
          </a:custGeom>
          <a:solidFill>
            <a:srgbClr val="AE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vg-element-105"/>
          <p:cNvSpPr/>
          <p:nvPr/>
        </p:nvSpPr>
        <p:spPr>
          <a:xfrm>
            <a:off x="1035787" y="8313032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-40"/>
          <p:cNvSpPr txBox="1"/>
          <p:nvPr/>
        </p:nvSpPr>
        <p:spPr>
          <a:xfrm>
            <a:off x="1089247" y="8353661"/>
            <a:ext cx="258746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EBBAD"/>
                </a:solidFill>
                <a:latin typeface="Microsoft YaHei"/>
              </a:defRPr>
            </a:pPr>
            <a:r>
              <a:rPr>
                <a:ea typeface="Microsoft YaHei"/>
              </a:rPr>
              <a:t>照片</a:t>
            </a:r>
          </a:p>
        </p:txBody>
      </p:sp>
      <p:sp>
        <p:nvSpPr>
          <p:cNvPr id="108" name="text-41"/>
          <p:cNvSpPr txBox="1"/>
          <p:nvPr/>
        </p:nvSpPr>
        <p:spPr>
          <a:xfrm>
            <a:off x="2138400" y="7823873"/>
            <a:ext cx="1759903" cy="2272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2" b="1">
                <a:solidFill>
                  <a:srgbClr val="2A3E36"/>
                </a:solidFill>
                <a:latin typeface="Georgia"/>
              </a:defRPr>
            </a:pPr>
            <a:r>
              <a:rPr>
                <a:ea typeface="SimSun"/>
              </a:rPr>
              <a:t>每日目的地 / 行程概述</a:t>
            </a:r>
          </a:p>
        </p:txBody>
      </p:sp>
      <p:sp>
        <p:nvSpPr>
          <p:cNvPr id="109" name="svg-element-108"/>
          <p:cNvSpPr/>
          <p:nvPr/>
        </p:nvSpPr>
        <p:spPr>
          <a:xfrm>
            <a:off x="2138400" y="8065779"/>
            <a:ext cx="2071575" cy="53460"/>
          </a:xfrm>
          <a:prstGeom prst="roundRect">
            <a:avLst>
              <a:gd name="adj" fmla="val 50000"/>
            </a:avLst>
          </a:prstGeom>
          <a:solidFill>
            <a:srgbClr val="A9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vg-element-109"/>
          <p:cNvSpPr/>
          <p:nvPr/>
        </p:nvSpPr>
        <p:spPr>
          <a:xfrm>
            <a:off x="2138400" y="8199429"/>
            <a:ext cx="1857735" cy="53460"/>
          </a:xfrm>
          <a:prstGeom prst="roundRect">
            <a:avLst>
              <a:gd name="adj" fmla="val 50000"/>
            </a:avLst>
          </a:prstGeom>
          <a:solidFill>
            <a:srgbClr val="A9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svg-element-110"/>
          <p:cNvSpPr/>
          <p:nvPr/>
        </p:nvSpPr>
        <p:spPr>
          <a:xfrm>
            <a:off x="2138400" y="8333079"/>
            <a:ext cx="1957973" cy="53460"/>
          </a:xfrm>
          <a:prstGeom prst="roundRect">
            <a:avLst>
              <a:gd name="adj" fmla="val 50000"/>
            </a:avLst>
          </a:prstGeom>
          <a:solidFill>
            <a:srgbClr val="A9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-42"/>
          <p:cNvSpPr txBox="1"/>
          <p:nvPr/>
        </p:nvSpPr>
        <p:spPr>
          <a:xfrm>
            <a:off x="2145083" y="8455102"/>
            <a:ext cx="1118383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D8B80"/>
                </a:solidFill>
                <a:latin typeface="Microsoft YaHei"/>
              </a:defRPr>
            </a:pPr>
            <a:r>
              <a:rPr>
                <a:ea typeface="Microsoft YaHei"/>
              </a:rPr>
              <a:t>交通  ·  餐饮  ·  酒店</a:t>
            </a:r>
          </a:p>
        </p:txBody>
      </p:sp>
      <p:sp>
        <p:nvSpPr>
          <p:cNvPr id="113" name="svg-element-112"/>
          <p:cNvSpPr/>
          <p:nvPr/>
        </p:nvSpPr>
        <p:spPr>
          <a:xfrm>
            <a:off x="387585" y="8673887"/>
            <a:ext cx="3976089" cy="0"/>
          </a:xfrm>
          <a:custGeom>
            <a:avLst/>
            <a:gdLst/>
            <a:ahLst/>
            <a:cxnLst/>
            <a:rect l="l" t="t" r="r" b="b"/>
            <a:pathLst>
              <a:path w="595" h="0">
                <a:moveTo>
                  <a:pt x="0" y="0"/>
                </a:moveTo>
                <a:lnTo>
                  <a:pt x="595" y="0"/>
                </a:lnTo>
              </a:path>
            </a:pathLst>
          </a:custGeom>
          <a:noFill/>
          <a:ln w="6682">
            <a:solidFill>
              <a:srgbClr val="C7C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-43"/>
          <p:cNvSpPr txBox="1"/>
          <p:nvPr/>
        </p:nvSpPr>
        <p:spPr>
          <a:xfrm>
            <a:off x="400950" y="8753208"/>
            <a:ext cx="474724" cy="4884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262" b="0">
                <a:solidFill>
                  <a:srgbClr val="AD8B5C"/>
                </a:solidFill>
                <a:latin typeface="Georgia"/>
              </a:defRPr>
            </a:pPr>
            <a:r>
              <a:rPr>
                <a:ea typeface="SimSun"/>
              </a:rPr>
              <a:t>05</a:t>
            </a:r>
          </a:p>
        </p:txBody>
      </p:sp>
      <p:sp>
        <p:nvSpPr>
          <p:cNvPr id="115" name="text-44"/>
          <p:cNvSpPr txBox="1"/>
          <p:nvPr/>
        </p:nvSpPr>
        <p:spPr>
          <a:xfrm>
            <a:off x="407632" y="9088737"/>
            <a:ext cx="312039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1">
                <a:solidFill>
                  <a:srgbClr val="2A3E36"/>
                </a:solidFill>
                <a:latin typeface="Microsoft YaHei"/>
              </a:defRPr>
            </a:pPr>
            <a:r>
              <a:rPr spc="105">
                <a:ea typeface="Microsoft YaHei"/>
              </a:rPr>
              <a:t>DAY</a:t>
            </a:r>
          </a:p>
        </p:txBody>
      </p:sp>
      <p:sp>
        <p:nvSpPr>
          <p:cNvPr id="116" name="svg-element-115"/>
          <p:cNvSpPr/>
          <p:nvPr/>
        </p:nvSpPr>
        <p:spPr>
          <a:xfrm>
            <a:off x="975645" y="8774124"/>
            <a:ext cx="1029105" cy="708345"/>
          </a:xfrm>
          <a:prstGeom prst="rect">
            <a:avLst/>
          </a:prstGeom>
          <a:solidFill>
            <a:srgbClr val="DBE1D8"/>
          </a:solidFill>
          <a:ln w="7684">
            <a:solidFill>
              <a:srgbClr val="AE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svg-element-116"/>
          <p:cNvSpPr/>
          <p:nvPr/>
        </p:nvSpPr>
        <p:spPr>
          <a:xfrm>
            <a:off x="995693" y="8794172"/>
            <a:ext cx="989010" cy="668250"/>
          </a:xfrm>
          <a:custGeom>
            <a:avLst/>
            <a:gdLst/>
            <a:ahLst/>
            <a:cxnLst/>
            <a:rect l="l" t="t" r="r" b="b"/>
            <a:pathLst>
              <a:path w="148" h="100">
                <a:moveTo>
                  <a:pt x="0" y="0"/>
                </a:moveTo>
                <a:lnTo>
                  <a:pt x="148" y="100"/>
                </a:lnTo>
              </a:path>
            </a:pathLst>
          </a:custGeom>
          <a:noFill/>
          <a:ln w="6014">
            <a:solidFill>
              <a:srgbClr val="AEBBAD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svg-element-117"/>
          <p:cNvSpPr/>
          <p:nvPr/>
        </p:nvSpPr>
        <p:spPr>
          <a:xfrm>
            <a:off x="995693" y="8794172"/>
            <a:ext cx="989010" cy="668250"/>
          </a:xfrm>
          <a:custGeom>
            <a:avLst/>
            <a:gdLst/>
            <a:ahLst/>
            <a:cxnLst/>
            <a:rect l="l" t="t" r="r" b="b"/>
            <a:pathLst>
              <a:path w="148" h="100">
                <a:moveTo>
                  <a:pt x="148" y="0"/>
                </a:moveTo>
                <a:lnTo>
                  <a:pt x="0" y="100"/>
                </a:lnTo>
              </a:path>
            </a:pathLst>
          </a:custGeom>
          <a:noFill/>
          <a:ln w="6014">
            <a:solidFill>
              <a:srgbClr val="AEBBAD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svg-element-118"/>
          <p:cNvSpPr/>
          <p:nvPr/>
        </p:nvSpPr>
        <p:spPr>
          <a:xfrm>
            <a:off x="1376862" y="9015432"/>
            <a:ext cx="226670" cy="170002"/>
          </a:xfrm>
          <a:prstGeom prst="roundRect">
            <a:avLst>
              <a:gd name="adj" fmla="val 7861"/>
            </a:avLst>
          </a:prstGeom>
          <a:noFill/>
          <a:ln w="13365">
            <a:solidFill>
              <a:srgbClr val="AEBB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svg-element-119"/>
          <p:cNvSpPr/>
          <p:nvPr/>
        </p:nvSpPr>
        <p:spPr>
          <a:xfrm>
            <a:off x="1526465" y="9051700"/>
            <a:ext cx="31733" cy="31733"/>
          </a:xfrm>
          <a:prstGeom prst="ellipse">
            <a:avLst/>
          </a:prstGeom>
          <a:solidFill>
            <a:srgbClr val="AE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svg-element-120"/>
          <p:cNvSpPr/>
          <p:nvPr/>
        </p:nvSpPr>
        <p:spPr>
          <a:xfrm>
            <a:off x="1403325" y="9094885"/>
            <a:ext cx="187110" cy="60143"/>
          </a:xfrm>
          <a:custGeom>
            <a:avLst/>
            <a:gdLst/>
            <a:ahLst/>
            <a:cxnLst/>
            <a:rect l="l" t="t" r="r" b="b"/>
            <a:pathLst>
              <a:path w="28" h="9">
                <a:moveTo>
                  <a:pt x="0" y="9"/>
                </a:moveTo>
                <a:lnTo>
                  <a:pt x="8" y="0"/>
                </a:lnTo>
                <a:lnTo>
                  <a:pt x="13" y="6"/>
                </a:lnTo>
                <a:lnTo>
                  <a:pt x="18" y="0"/>
                </a:lnTo>
                <a:lnTo>
                  <a:pt x="28" y="9"/>
                </a:lnTo>
                <a:close/>
              </a:path>
            </a:pathLst>
          </a:custGeom>
          <a:solidFill>
            <a:srgbClr val="AEB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svg-element-121"/>
          <p:cNvSpPr/>
          <p:nvPr/>
        </p:nvSpPr>
        <p:spPr>
          <a:xfrm>
            <a:off x="1035787" y="9281995"/>
            <a:ext cx="841995" cy="153697"/>
          </a:xfrm>
          <a:prstGeom prst="roundRect">
            <a:avLst>
              <a:gd name="adj" fmla="val 4347"/>
            </a:avLst>
          </a:prstGeom>
          <a:solidFill>
            <a:srgbClr val="FFFFFF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-45"/>
          <p:cNvSpPr txBox="1"/>
          <p:nvPr/>
        </p:nvSpPr>
        <p:spPr>
          <a:xfrm>
            <a:off x="1089247" y="9322624"/>
            <a:ext cx="258746" cy="1363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631" b="0">
                <a:solidFill>
                  <a:srgbClr val="AEBBAD"/>
                </a:solidFill>
                <a:latin typeface="Microsoft YaHei"/>
              </a:defRPr>
            </a:pPr>
            <a:r>
              <a:rPr>
                <a:ea typeface="Microsoft YaHei"/>
              </a:rPr>
              <a:t>照片</a:t>
            </a:r>
          </a:p>
        </p:txBody>
      </p:sp>
      <p:sp>
        <p:nvSpPr>
          <p:cNvPr id="124" name="text-46"/>
          <p:cNvSpPr txBox="1"/>
          <p:nvPr/>
        </p:nvSpPr>
        <p:spPr>
          <a:xfrm>
            <a:off x="2138400" y="8792835"/>
            <a:ext cx="1759903" cy="2272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2" b="1">
                <a:solidFill>
                  <a:srgbClr val="2A3E36"/>
                </a:solidFill>
                <a:latin typeface="Georgia"/>
              </a:defRPr>
            </a:pPr>
            <a:r>
              <a:rPr>
                <a:ea typeface="SimSun"/>
              </a:rPr>
              <a:t>每日目的地 / 行程概述</a:t>
            </a:r>
          </a:p>
        </p:txBody>
      </p:sp>
      <p:sp>
        <p:nvSpPr>
          <p:cNvPr id="125" name="svg-element-124"/>
          <p:cNvSpPr/>
          <p:nvPr/>
        </p:nvSpPr>
        <p:spPr>
          <a:xfrm>
            <a:off x="2138400" y="9034742"/>
            <a:ext cx="2071575" cy="53460"/>
          </a:xfrm>
          <a:prstGeom prst="roundRect">
            <a:avLst>
              <a:gd name="adj" fmla="val 50000"/>
            </a:avLst>
          </a:prstGeom>
          <a:solidFill>
            <a:srgbClr val="A9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svg-element-125"/>
          <p:cNvSpPr/>
          <p:nvPr/>
        </p:nvSpPr>
        <p:spPr>
          <a:xfrm>
            <a:off x="2138400" y="9168392"/>
            <a:ext cx="1857735" cy="53460"/>
          </a:xfrm>
          <a:prstGeom prst="roundRect">
            <a:avLst>
              <a:gd name="adj" fmla="val 50000"/>
            </a:avLst>
          </a:prstGeom>
          <a:solidFill>
            <a:srgbClr val="A9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svg-element-126"/>
          <p:cNvSpPr/>
          <p:nvPr/>
        </p:nvSpPr>
        <p:spPr>
          <a:xfrm>
            <a:off x="2138400" y="9302042"/>
            <a:ext cx="1957973" cy="53460"/>
          </a:xfrm>
          <a:prstGeom prst="roundRect">
            <a:avLst>
              <a:gd name="adj" fmla="val 50000"/>
            </a:avLst>
          </a:prstGeom>
          <a:solidFill>
            <a:srgbClr val="A9B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-47"/>
          <p:cNvSpPr txBox="1"/>
          <p:nvPr/>
        </p:nvSpPr>
        <p:spPr>
          <a:xfrm>
            <a:off x="2145083" y="9424065"/>
            <a:ext cx="1118383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D8B80"/>
                </a:solidFill>
                <a:latin typeface="Microsoft YaHei"/>
              </a:defRPr>
            </a:pPr>
            <a:r>
              <a:rPr>
                <a:ea typeface="Microsoft YaHei"/>
              </a:rPr>
              <a:t>交通  ·  餐饮  ·  酒店</a:t>
            </a:r>
          </a:p>
        </p:txBody>
      </p:sp>
      <p:sp>
        <p:nvSpPr>
          <p:cNvPr id="129" name="svg-element-128"/>
          <p:cNvSpPr/>
          <p:nvPr/>
        </p:nvSpPr>
        <p:spPr>
          <a:xfrm>
            <a:off x="387585" y="9642850"/>
            <a:ext cx="3976089" cy="0"/>
          </a:xfrm>
          <a:custGeom>
            <a:avLst/>
            <a:gdLst/>
            <a:ahLst/>
            <a:cxnLst/>
            <a:rect l="l" t="t" r="r" b="b"/>
            <a:pathLst>
              <a:path w="595" h="0">
                <a:moveTo>
                  <a:pt x="0" y="0"/>
                </a:moveTo>
                <a:lnTo>
                  <a:pt x="595" y="0"/>
                </a:lnTo>
              </a:path>
            </a:pathLst>
          </a:custGeom>
          <a:noFill/>
          <a:ln w="6682">
            <a:solidFill>
              <a:srgbClr val="C7C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svg-element-129"/>
          <p:cNvSpPr/>
          <p:nvPr/>
        </p:nvSpPr>
        <p:spPr>
          <a:xfrm>
            <a:off x="4624291" y="4851496"/>
            <a:ext cx="915502" cy="908820"/>
          </a:xfrm>
          <a:prstGeom prst="rect">
            <a:avLst/>
          </a:prstGeom>
          <a:solidFill>
            <a:srgbClr val="DBE1D8"/>
          </a:solidFill>
          <a:ln w="7684">
            <a:solidFill>
              <a:srgbClr val="AEBB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svg-element-130"/>
          <p:cNvSpPr/>
          <p:nvPr/>
        </p:nvSpPr>
        <p:spPr>
          <a:xfrm>
            <a:off x="4644339" y="4871544"/>
            <a:ext cx="875408" cy="868725"/>
          </a:xfrm>
          <a:custGeom>
            <a:avLst/>
            <a:gdLst/>
            <a:ahLst/>
            <a:cxnLst/>
            <a:rect l="l" t="t" r="r" b="b"/>
            <a:pathLst>
              <a:path w="131" h="130">
                <a:moveTo>
                  <a:pt x="0" y="0"/>
                </a:moveTo>
                <a:lnTo>
                  <a:pt x="131" y="130"/>
                </a:lnTo>
              </a:path>
            </a:pathLst>
          </a:custGeom>
          <a:noFill/>
          <a:ln w="6014">
            <a:solidFill>
              <a:srgbClr val="AEBBA9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svg-element-131"/>
          <p:cNvSpPr/>
          <p:nvPr/>
        </p:nvSpPr>
        <p:spPr>
          <a:xfrm>
            <a:off x="4644339" y="4871544"/>
            <a:ext cx="875408" cy="868725"/>
          </a:xfrm>
          <a:custGeom>
            <a:avLst/>
            <a:gdLst/>
            <a:ahLst/>
            <a:cxnLst/>
            <a:rect l="l" t="t" r="r" b="b"/>
            <a:pathLst>
              <a:path w="131" h="130">
                <a:moveTo>
                  <a:pt x="131" y="0"/>
                </a:moveTo>
                <a:lnTo>
                  <a:pt x="0" y="130"/>
                </a:lnTo>
              </a:path>
            </a:pathLst>
          </a:custGeom>
          <a:noFill/>
          <a:ln w="6014">
            <a:solidFill>
              <a:srgbClr val="AEBBA9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svg-element-132"/>
          <p:cNvSpPr/>
          <p:nvPr/>
        </p:nvSpPr>
        <p:spPr>
          <a:xfrm>
            <a:off x="4936631" y="5168663"/>
            <a:ext cx="290822" cy="218116"/>
          </a:xfrm>
          <a:prstGeom prst="roundRect">
            <a:avLst>
              <a:gd name="adj" fmla="val 6127"/>
            </a:avLst>
          </a:prstGeom>
          <a:noFill/>
          <a:ln w="13365">
            <a:solidFill>
              <a:srgbClr val="AEBB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vg-element-133"/>
          <p:cNvSpPr/>
          <p:nvPr/>
        </p:nvSpPr>
        <p:spPr>
          <a:xfrm>
            <a:off x="5128574" y="5215195"/>
            <a:ext cx="40715" cy="40715"/>
          </a:xfrm>
          <a:prstGeom prst="ellipse">
            <a:avLst/>
          </a:prstGeom>
          <a:solidFill>
            <a:srgbClr val="AEB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svg-element-134"/>
          <p:cNvSpPr/>
          <p:nvPr/>
        </p:nvSpPr>
        <p:spPr>
          <a:xfrm>
            <a:off x="4971781" y="5272494"/>
            <a:ext cx="240570" cy="80190"/>
          </a:xfrm>
          <a:custGeom>
            <a:avLst/>
            <a:gdLst/>
            <a:ahLst/>
            <a:cxnLst/>
            <a:rect l="l" t="t" r="r" b="b"/>
            <a:pathLst>
              <a:path w="36" h="12">
                <a:moveTo>
                  <a:pt x="0" y="12"/>
                </a:moveTo>
                <a:lnTo>
                  <a:pt x="10" y="0"/>
                </a:lnTo>
                <a:lnTo>
                  <a:pt x="16" y="8"/>
                </a:lnTo>
                <a:lnTo>
                  <a:pt x="23" y="0"/>
                </a:lnTo>
                <a:lnTo>
                  <a:pt x="36" y="12"/>
                </a:lnTo>
                <a:close/>
              </a:path>
            </a:pathLst>
          </a:custGeom>
          <a:solidFill>
            <a:srgbClr val="AEB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-48"/>
          <p:cNvSpPr txBox="1"/>
          <p:nvPr/>
        </p:nvSpPr>
        <p:spPr>
          <a:xfrm>
            <a:off x="5633349" y="4881701"/>
            <a:ext cx="340005" cy="3180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73" b="1">
                <a:solidFill>
                  <a:srgbClr val="AD8B5C"/>
                </a:solidFill>
                <a:latin typeface="Georgia"/>
              </a:defRPr>
            </a:pPr>
            <a:r>
              <a:rPr>
                <a:ea typeface="SimSun"/>
              </a:rPr>
              <a:t>01</a:t>
            </a:r>
          </a:p>
        </p:txBody>
      </p:sp>
      <p:sp>
        <p:nvSpPr>
          <p:cNvPr id="137" name="text-49"/>
          <p:cNvSpPr txBox="1"/>
          <p:nvPr/>
        </p:nvSpPr>
        <p:spPr>
          <a:xfrm>
            <a:off x="5633349" y="5097412"/>
            <a:ext cx="737748" cy="2272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2" b="1">
                <a:solidFill>
                  <a:srgbClr val="2A3E36"/>
                </a:solidFill>
                <a:latin typeface="Georgia"/>
              </a:defRPr>
            </a:pPr>
            <a:r>
              <a:rPr>
                <a:ea typeface="SimSun"/>
              </a:rPr>
              <a:t>景点亮点</a:t>
            </a:r>
          </a:p>
        </p:txBody>
      </p:sp>
      <p:sp>
        <p:nvSpPr>
          <p:cNvPr id="138" name="svg-element-137"/>
          <p:cNvSpPr/>
          <p:nvPr/>
        </p:nvSpPr>
        <p:spPr>
          <a:xfrm>
            <a:off x="5633349" y="5352684"/>
            <a:ext cx="1035787" cy="46777"/>
          </a:xfrm>
          <a:prstGeom prst="roundRect">
            <a:avLst>
              <a:gd name="adj" fmla="val 50000"/>
            </a:avLst>
          </a:prstGeom>
          <a:solidFill>
            <a:srgbClr val="ADB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svg-element-138"/>
          <p:cNvSpPr/>
          <p:nvPr/>
        </p:nvSpPr>
        <p:spPr>
          <a:xfrm>
            <a:off x="5633349" y="5472969"/>
            <a:ext cx="968962" cy="46777"/>
          </a:xfrm>
          <a:prstGeom prst="roundRect">
            <a:avLst>
              <a:gd name="adj" fmla="val 50000"/>
            </a:avLst>
          </a:prstGeom>
          <a:solidFill>
            <a:srgbClr val="ADB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svg-element-139"/>
          <p:cNvSpPr/>
          <p:nvPr/>
        </p:nvSpPr>
        <p:spPr>
          <a:xfrm>
            <a:off x="5633349" y="5593254"/>
            <a:ext cx="768487" cy="46777"/>
          </a:xfrm>
          <a:prstGeom prst="roundRect">
            <a:avLst>
              <a:gd name="adj" fmla="val 50000"/>
            </a:avLst>
          </a:prstGeom>
          <a:solidFill>
            <a:srgbClr val="ADB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svg-element-140"/>
          <p:cNvSpPr/>
          <p:nvPr/>
        </p:nvSpPr>
        <p:spPr>
          <a:xfrm>
            <a:off x="4617609" y="5873919"/>
            <a:ext cx="2211908" cy="0"/>
          </a:xfrm>
          <a:custGeom>
            <a:avLst/>
            <a:gdLst/>
            <a:ahLst/>
            <a:cxnLst/>
            <a:rect l="l" t="t" r="r" b="b"/>
            <a:pathLst>
              <a:path w="331" h="0">
                <a:moveTo>
                  <a:pt x="0" y="0"/>
                </a:moveTo>
                <a:lnTo>
                  <a:pt x="331" y="0"/>
                </a:lnTo>
              </a:path>
            </a:pathLst>
          </a:custGeom>
          <a:noFill/>
          <a:ln w="6682">
            <a:solidFill>
              <a:srgbClr val="C7C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svg-element-141"/>
          <p:cNvSpPr/>
          <p:nvPr/>
        </p:nvSpPr>
        <p:spPr>
          <a:xfrm>
            <a:off x="4624291" y="6040981"/>
            <a:ext cx="915502" cy="908820"/>
          </a:xfrm>
          <a:prstGeom prst="rect">
            <a:avLst/>
          </a:prstGeom>
          <a:solidFill>
            <a:srgbClr val="DBE1D8"/>
          </a:solidFill>
          <a:ln w="7684">
            <a:solidFill>
              <a:srgbClr val="AEBB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svg-element-142"/>
          <p:cNvSpPr/>
          <p:nvPr/>
        </p:nvSpPr>
        <p:spPr>
          <a:xfrm>
            <a:off x="4644339" y="6061029"/>
            <a:ext cx="875408" cy="868725"/>
          </a:xfrm>
          <a:custGeom>
            <a:avLst/>
            <a:gdLst/>
            <a:ahLst/>
            <a:cxnLst/>
            <a:rect l="l" t="t" r="r" b="b"/>
            <a:pathLst>
              <a:path w="131" h="130">
                <a:moveTo>
                  <a:pt x="0" y="0"/>
                </a:moveTo>
                <a:lnTo>
                  <a:pt x="131" y="130"/>
                </a:lnTo>
              </a:path>
            </a:pathLst>
          </a:custGeom>
          <a:noFill/>
          <a:ln w="6014">
            <a:solidFill>
              <a:srgbClr val="AEBBA9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svg-element-143"/>
          <p:cNvSpPr/>
          <p:nvPr/>
        </p:nvSpPr>
        <p:spPr>
          <a:xfrm>
            <a:off x="4644339" y="6061029"/>
            <a:ext cx="875408" cy="868725"/>
          </a:xfrm>
          <a:custGeom>
            <a:avLst/>
            <a:gdLst/>
            <a:ahLst/>
            <a:cxnLst/>
            <a:rect l="l" t="t" r="r" b="b"/>
            <a:pathLst>
              <a:path w="131" h="130">
                <a:moveTo>
                  <a:pt x="131" y="0"/>
                </a:moveTo>
                <a:lnTo>
                  <a:pt x="0" y="130"/>
                </a:lnTo>
              </a:path>
            </a:pathLst>
          </a:custGeom>
          <a:noFill/>
          <a:ln w="6014">
            <a:solidFill>
              <a:srgbClr val="AEBBA9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svg-element-144"/>
          <p:cNvSpPr/>
          <p:nvPr/>
        </p:nvSpPr>
        <p:spPr>
          <a:xfrm>
            <a:off x="4936631" y="6358149"/>
            <a:ext cx="290822" cy="218116"/>
          </a:xfrm>
          <a:prstGeom prst="roundRect">
            <a:avLst>
              <a:gd name="adj" fmla="val 6127"/>
            </a:avLst>
          </a:prstGeom>
          <a:noFill/>
          <a:ln w="13365">
            <a:solidFill>
              <a:srgbClr val="AEBB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svg-element-145"/>
          <p:cNvSpPr/>
          <p:nvPr/>
        </p:nvSpPr>
        <p:spPr>
          <a:xfrm>
            <a:off x="5128574" y="6404680"/>
            <a:ext cx="40715" cy="40715"/>
          </a:xfrm>
          <a:prstGeom prst="ellipse">
            <a:avLst/>
          </a:prstGeom>
          <a:solidFill>
            <a:srgbClr val="AEB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svg-element-146"/>
          <p:cNvSpPr/>
          <p:nvPr/>
        </p:nvSpPr>
        <p:spPr>
          <a:xfrm>
            <a:off x="4971781" y="6461979"/>
            <a:ext cx="240570" cy="80190"/>
          </a:xfrm>
          <a:custGeom>
            <a:avLst/>
            <a:gdLst/>
            <a:ahLst/>
            <a:cxnLst/>
            <a:rect l="l" t="t" r="r" b="b"/>
            <a:pathLst>
              <a:path w="36" h="12">
                <a:moveTo>
                  <a:pt x="0" y="12"/>
                </a:moveTo>
                <a:lnTo>
                  <a:pt x="10" y="0"/>
                </a:lnTo>
                <a:lnTo>
                  <a:pt x="16" y="8"/>
                </a:lnTo>
                <a:lnTo>
                  <a:pt x="23" y="0"/>
                </a:lnTo>
                <a:lnTo>
                  <a:pt x="36" y="12"/>
                </a:lnTo>
                <a:close/>
              </a:path>
            </a:pathLst>
          </a:custGeom>
          <a:solidFill>
            <a:srgbClr val="AEB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-50"/>
          <p:cNvSpPr txBox="1"/>
          <p:nvPr/>
        </p:nvSpPr>
        <p:spPr>
          <a:xfrm>
            <a:off x="5633349" y="6071186"/>
            <a:ext cx="372081" cy="3180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73" b="1">
                <a:solidFill>
                  <a:srgbClr val="AD8B5C"/>
                </a:solidFill>
                <a:latin typeface="Georgia"/>
              </a:defRPr>
            </a:pPr>
            <a:r>
              <a:rPr>
                <a:ea typeface="SimSun"/>
              </a:rPr>
              <a:t>02</a:t>
            </a:r>
          </a:p>
        </p:txBody>
      </p:sp>
      <p:sp>
        <p:nvSpPr>
          <p:cNvPr id="149" name="text-51"/>
          <p:cNvSpPr txBox="1"/>
          <p:nvPr/>
        </p:nvSpPr>
        <p:spPr>
          <a:xfrm>
            <a:off x="5633349" y="6286897"/>
            <a:ext cx="737748" cy="2272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2" b="1">
                <a:solidFill>
                  <a:srgbClr val="2A3E36"/>
                </a:solidFill>
                <a:latin typeface="Georgia"/>
              </a:defRPr>
            </a:pPr>
            <a:r>
              <a:rPr>
                <a:ea typeface="SimSun"/>
              </a:rPr>
              <a:t>景点亮点</a:t>
            </a:r>
          </a:p>
        </p:txBody>
      </p:sp>
      <p:sp>
        <p:nvSpPr>
          <p:cNvPr id="150" name="svg-element-149"/>
          <p:cNvSpPr/>
          <p:nvPr/>
        </p:nvSpPr>
        <p:spPr>
          <a:xfrm>
            <a:off x="5633349" y="6542169"/>
            <a:ext cx="1035787" cy="46777"/>
          </a:xfrm>
          <a:prstGeom prst="roundRect">
            <a:avLst>
              <a:gd name="adj" fmla="val 50000"/>
            </a:avLst>
          </a:prstGeom>
          <a:solidFill>
            <a:srgbClr val="ADB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svg-element-150"/>
          <p:cNvSpPr/>
          <p:nvPr/>
        </p:nvSpPr>
        <p:spPr>
          <a:xfrm>
            <a:off x="5633349" y="6662454"/>
            <a:ext cx="968962" cy="46777"/>
          </a:xfrm>
          <a:prstGeom prst="roundRect">
            <a:avLst>
              <a:gd name="adj" fmla="val 50000"/>
            </a:avLst>
          </a:prstGeom>
          <a:solidFill>
            <a:srgbClr val="ADB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svg-element-151"/>
          <p:cNvSpPr/>
          <p:nvPr/>
        </p:nvSpPr>
        <p:spPr>
          <a:xfrm>
            <a:off x="5633349" y="6782739"/>
            <a:ext cx="768487" cy="46777"/>
          </a:xfrm>
          <a:prstGeom prst="roundRect">
            <a:avLst>
              <a:gd name="adj" fmla="val 50000"/>
            </a:avLst>
          </a:prstGeom>
          <a:solidFill>
            <a:srgbClr val="ADB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svg-element-152"/>
          <p:cNvSpPr/>
          <p:nvPr/>
        </p:nvSpPr>
        <p:spPr>
          <a:xfrm>
            <a:off x="4617609" y="7063404"/>
            <a:ext cx="2211908" cy="0"/>
          </a:xfrm>
          <a:custGeom>
            <a:avLst/>
            <a:gdLst/>
            <a:ahLst/>
            <a:cxnLst/>
            <a:rect l="l" t="t" r="r" b="b"/>
            <a:pathLst>
              <a:path w="331" h="0">
                <a:moveTo>
                  <a:pt x="0" y="0"/>
                </a:moveTo>
                <a:lnTo>
                  <a:pt x="331" y="0"/>
                </a:lnTo>
              </a:path>
            </a:pathLst>
          </a:custGeom>
          <a:noFill/>
          <a:ln w="6682">
            <a:solidFill>
              <a:srgbClr val="C7C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svg-element-153"/>
          <p:cNvSpPr/>
          <p:nvPr/>
        </p:nvSpPr>
        <p:spPr>
          <a:xfrm>
            <a:off x="4624291" y="7230467"/>
            <a:ext cx="915502" cy="908820"/>
          </a:xfrm>
          <a:prstGeom prst="rect">
            <a:avLst/>
          </a:prstGeom>
          <a:solidFill>
            <a:srgbClr val="DBE1D8"/>
          </a:solidFill>
          <a:ln w="7684">
            <a:solidFill>
              <a:srgbClr val="AEBB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svg-element-154"/>
          <p:cNvSpPr/>
          <p:nvPr/>
        </p:nvSpPr>
        <p:spPr>
          <a:xfrm>
            <a:off x="4644339" y="7250515"/>
            <a:ext cx="875408" cy="868725"/>
          </a:xfrm>
          <a:custGeom>
            <a:avLst/>
            <a:gdLst/>
            <a:ahLst/>
            <a:cxnLst/>
            <a:rect l="l" t="t" r="r" b="b"/>
            <a:pathLst>
              <a:path w="131" h="130">
                <a:moveTo>
                  <a:pt x="0" y="0"/>
                </a:moveTo>
                <a:lnTo>
                  <a:pt x="131" y="130"/>
                </a:lnTo>
              </a:path>
            </a:pathLst>
          </a:custGeom>
          <a:noFill/>
          <a:ln w="6014">
            <a:solidFill>
              <a:srgbClr val="AEBBA9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svg-element-155"/>
          <p:cNvSpPr/>
          <p:nvPr/>
        </p:nvSpPr>
        <p:spPr>
          <a:xfrm>
            <a:off x="4644339" y="7250515"/>
            <a:ext cx="875408" cy="868725"/>
          </a:xfrm>
          <a:custGeom>
            <a:avLst/>
            <a:gdLst/>
            <a:ahLst/>
            <a:cxnLst/>
            <a:rect l="l" t="t" r="r" b="b"/>
            <a:pathLst>
              <a:path w="131" h="130">
                <a:moveTo>
                  <a:pt x="131" y="0"/>
                </a:moveTo>
                <a:lnTo>
                  <a:pt x="0" y="130"/>
                </a:lnTo>
              </a:path>
            </a:pathLst>
          </a:custGeom>
          <a:noFill/>
          <a:ln w="6014">
            <a:solidFill>
              <a:srgbClr val="AEBBA9">
                <a:alpha val="4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svg-element-156"/>
          <p:cNvSpPr/>
          <p:nvPr/>
        </p:nvSpPr>
        <p:spPr>
          <a:xfrm>
            <a:off x="4936631" y="7547634"/>
            <a:ext cx="290822" cy="218116"/>
          </a:xfrm>
          <a:prstGeom prst="roundRect">
            <a:avLst>
              <a:gd name="adj" fmla="val 6127"/>
            </a:avLst>
          </a:prstGeom>
          <a:noFill/>
          <a:ln w="13365">
            <a:solidFill>
              <a:srgbClr val="AEBB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svg-element-157"/>
          <p:cNvSpPr/>
          <p:nvPr/>
        </p:nvSpPr>
        <p:spPr>
          <a:xfrm>
            <a:off x="5128574" y="7594166"/>
            <a:ext cx="40715" cy="40715"/>
          </a:xfrm>
          <a:prstGeom prst="ellipse">
            <a:avLst/>
          </a:prstGeom>
          <a:solidFill>
            <a:srgbClr val="AEB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svg-element-158"/>
          <p:cNvSpPr/>
          <p:nvPr/>
        </p:nvSpPr>
        <p:spPr>
          <a:xfrm>
            <a:off x="4971781" y="7651465"/>
            <a:ext cx="240570" cy="80190"/>
          </a:xfrm>
          <a:custGeom>
            <a:avLst/>
            <a:gdLst/>
            <a:ahLst/>
            <a:cxnLst/>
            <a:rect l="l" t="t" r="r" b="b"/>
            <a:pathLst>
              <a:path w="36" h="12">
                <a:moveTo>
                  <a:pt x="0" y="12"/>
                </a:moveTo>
                <a:lnTo>
                  <a:pt x="10" y="0"/>
                </a:lnTo>
                <a:lnTo>
                  <a:pt x="16" y="8"/>
                </a:lnTo>
                <a:lnTo>
                  <a:pt x="23" y="0"/>
                </a:lnTo>
                <a:lnTo>
                  <a:pt x="36" y="12"/>
                </a:lnTo>
                <a:close/>
              </a:path>
            </a:pathLst>
          </a:custGeom>
          <a:solidFill>
            <a:srgbClr val="AEB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-52"/>
          <p:cNvSpPr txBox="1"/>
          <p:nvPr/>
        </p:nvSpPr>
        <p:spPr>
          <a:xfrm>
            <a:off x="5633349" y="7260671"/>
            <a:ext cx="372081" cy="3180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73" b="1">
                <a:solidFill>
                  <a:srgbClr val="AD8B5C"/>
                </a:solidFill>
                <a:latin typeface="Georgia"/>
              </a:defRPr>
            </a:pPr>
            <a:r>
              <a:rPr>
                <a:ea typeface="SimSun"/>
              </a:rPr>
              <a:t>03</a:t>
            </a:r>
          </a:p>
        </p:txBody>
      </p:sp>
      <p:sp>
        <p:nvSpPr>
          <p:cNvPr id="161" name="text-53"/>
          <p:cNvSpPr txBox="1"/>
          <p:nvPr/>
        </p:nvSpPr>
        <p:spPr>
          <a:xfrm>
            <a:off x="5633349" y="7476383"/>
            <a:ext cx="737748" cy="2272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2" b="1">
                <a:solidFill>
                  <a:srgbClr val="2A3E36"/>
                </a:solidFill>
                <a:latin typeface="Georgia"/>
              </a:defRPr>
            </a:pPr>
            <a:r>
              <a:rPr>
                <a:ea typeface="SimSun"/>
              </a:rPr>
              <a:t>景点亮点</a:t>
            </a:r>
          </a:p>
        </p:txBody>
      </p:sp>
      <p:sp>
        <p:nvSpPr>
          <p:cNvPr id="162" name="svg-element-161"/>
          <p:cNvSpPr/>
          <p:nvPr/>
        </p:nvSpPr>
        <p:spPr>
          <a:xfrm>
            <a:off x="5633349" y="7731654"/>
            <a:ext cx="1035787" cy="46777"/>
          </a:xfrm>
          <a:prstGeom prst="roundRect">
            <a:avLst>
              <a:gd name="adj" fmla="val 50000"/>
            </a:avLst>
          </a:prstGeom>
          <a:solidFill>
            <a:srgbClr val="ADB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svg-element-162"/>
          <p:cNvSpPr/>
          <p:nvPr/>
        </p:nvSpPr>
        <p:spPr>
          <a:xfrm>
            <a:off x="5633349" y="7851939"/>
            <a:ext cx="968962" cy="46777"/>
          </a:xfrm>
          <a:prstGeom prst="roundRect">
            <a:avLst>
              <a:gd name="adj" fmla="val 50000"/>
            </a:avLst>
          </a:prstGeom>
          <a:solidFill>
            <a:srgbClr val="ADB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svg-element-163"/>
          <p:cNvSpPr/>
          <p:nvPr/>
        </p:nvSpPr>
        <p:spPr>
          <a:xfrm>
            <a:off x="5633349" y="7972224"/>
            <a:ext cx="768487" cy="46777"/>
          </a:xfrm>
          <a:prstGeom prst="roundRect">
            <a:avLst>
              <a:gd name="adj" fmla="val 50000"/>
            </a:avLst>
          </a:prstGeom>
          <a:solidFill>
            <a:srgbClr val="ADB9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svg-element-164"/>
          <p:cNvSpPr/>
          <p:nvPr/>
        </p:nvSpPr>
        <p:spPr>
          <a:xfrm>
            <a:off x="4617609" y="8252890"/>
            <a:ext cx="2211908" cy="0"/>
          </a:xfrm>
          <a:custGeom>
            <a:avLst/>
            <a:gdLst/>
            <a:ahLst/>
            <a:cxnLst/>
            <a:rect l="l" t="t" r="r" b="b"/>
            <a:pathLst>
              <a:path w="331" h="0">
                <a:moveTo>
                  <a:pt x="0" y="0"/>
                </a:moveTo>
                <a:lnTo>
                  <a:pt x="331" y="0"/>
                </a:lnTo>
              </a:path>
            </a:pathLst>
          </a:custGeom>
          <a:noFill/>
          <a:ln w="6682">
            <a:solidFill>
              <a:srgbClr val="C7C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svg-element-165"/>
          <p:cNvSpPr/>
          <p:nvPr/>
        </p:nvSpPr>
        <p:spPr>
          <a:xfrm>
            <a:off x="4617608" y="8566967"/>
            <a:ext cx="2211908" cy="1236262"/>
          </a:xfrm>
          <a:prstGeom prst="rect">
            <a:avLst/>
          </a:prstGeom>
          <a:solidFill>
            <a:srgbClr val="E7E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-54"/>
          <p:cNvSpPr txBox="1"/>
          <p:nvPr/>
        </p:nvSpPr>
        <p:spPr>
          <a:xfrm>
            <a:off x="4771306" y="8711443"/>
            <a:ext cx="1954498" cy="2044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47" b="1">
                <a:solidFill>
                  <a:srgbClr val="2A3E36"/>
                </a:solidFill>
                <a:latin typeface="Georgia"/>
              </a:defRPr>
            </a:pPr>
            <a:r>
              <a:rPr spc="53">
                <a:ea typeface="SimSun"/>
              </a:rPr>
              <a:t>TRAVEL ESSENTIALS</a:t>
            </a:r>
          </a:p>
        </p:txBody>
      </p:sp>
      <p:sp>
        <p:nvSpPr>
          <p:cNvPr id="168" name="svg-element-167"/>
          <p:cNvSpPr/>
          <p:nvPr/>
        </p:nvSpPr>
        <p:spPr>
          <a:xfrm>
            <a:off x="4779993" y="8963239"/>
            <a:ext cx="49450" cy="49450"/>
          </a:xfrm>
          <a:prstGeom prst="ellipse">
            <a:avLst/>
          </a:prstGeom>
          <a:solidFill>
            <a:srgbClr val="AD8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-55"/>
          <p:cNvSpPr txBox="1"/>
          <p:nvPr/>
        </p:nvSpPr>
        <p:spPr>
          <a:xfrm>
            <a:off x="4884908" y="8930161"/>
            <a:ext cx="955865" cy="170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89" b="0">
                <a:solidFill>
                  <a:srgbClr val="2A3E36"/>
                </a:solidFill>
                <a:latin typeface="Microsoft YaHei"/>
              </a:defRPr>
            </a:pPr>
            <a:r>
              <a:rPr>
                <a:ea typeface="Microsoft YaHei"/>
              </a:rPr>
              <a:t>航班 / 出行时间</a:t>
            </a:r>
          </a:p>
        </p:txBody>
      </p:sp>
      <p:sp>
        <p:nvSpPr>
          <p:cNvPr id="170" name="svg-element-169"/>
          <p:cNvSpPr/>
          <p:nvPr/>
        </p:nvSpPr>
        <p:spPr>
          <a:xfrm>
            <a:off x="4757941" y="9088203"/>
            <a:ext cx="1904513" cy="0"/>
          </a:xfrm>
          <a:custGeom>
            <a:avLst/>
            <a:gdLst/>
            <a:ahLst/>
            <a:cxnLst/>
            <a:rect l="l" t="t" r="r" b="b"/>
            <a:pathLst>
              <a:path w="285" h="0">
                <a:moveTo>
                  <a:pt x="0" y="0"/>
                </a:moveTo>
                <a:lnTo>
                  <a:pt x="285" y="0"/>
                </a:lnTo>
              </a:path>
            </a:pathLst>
          </a:custGeom>
          <a:noFill/>
          <a:ln w="6682">
            <a:solidFill>
              <a:srgbClr val="C5C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svg-element-170"/>
          <p:cNvSpPr/>
          <p:nvPr/>
        </p:nvSpPr>
        <p:spPr>
          <a:xfrm>
            <a:off x="4779993" y="9210492"/>
            <a:ext cx="49450" cy="49450"/>
          </a:xfrm>
          <a:prstGeom prst="ellipse">
            <a:avLst/>
          </a:prstGeom>
          <a:solidFill>
            <a:srgbClr val="AD8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-56"/>
          <p:cNvSpPr txBox="1"/>
          <p:nvPr/>
        </p:nvSpPr>
        <p:spPr>
          <a:xfrm>
            <a:off x="4884908" y="9177413"/>
            <a:ext cx="955865" cy="170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89" b="0">
                <a:solidFill>
                  <a:srgbClr val="2A3E36"/>
                </a:solidFill>
                <a:latin typeface="Microsoft YaHei"/>
              </a:defRPr>
            </a:pPr>
            <a:r>
              <a:rPr>
                <a:ea typeface="Microsoft YaHei"/>
              </a:rPr>
              <a:t>住宿 / 用餐说明</a:t>
            </a:r>
          </a:p>
        </p:txBody>
      </p:sp>
      <p:sp>
        <p:nvSpPr>
          <p:cNvPr id="173" name="svg-element-172"/>
          <p:cNvSpPr/>
          <p:nvPr/>
        </p:nvSpPr>
        <p:spPr>
          <a:xfrm>
            <a:off x="4757941" y="9335455"/>
            <a:ext cx="1904513" cy="0"/>
          </a:xfrm>
          <a:custGeom>
            <a:avLst/>
            <a:gdLst/>
            <a:ahLst/>
            <a:cxnLst/>
            <a:rect l="l" t="t" r="r" b="b"/>
            <a:pathLst>
              <a:path w="285" h="0">
                <a:moveTo>
                  <a:pt x="0" y="0"/>
                </a:moveTo>
                <a:lnTo>
                  <a:pt x="285" y="0"/>
                </a:lnTo>
              </a:path>
            </a:pathLst>
          </a:custGeom>
          <a:noFill/>
          <a:ln w="6682">
            <a:solidFill>
              <a:srgbClr val="C5C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svg-element-173"/>
          <p:cNvSpPr/>
          <p:nvPr/>
        </p:nvSpPr>
        <p:spPr>
          <a:xfrm>
            <a:off x="4779993" y="9457744"/>
            <a:ext cx="49450" cy="49450"/>
          </a:xfrm>
          <a:prstGeom prst="ellipse">
            <a:avLst/>
          </a:prstGeom>
          <a:solidFill>
            <a:srgbClr val="AD8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-57"/>
          <p:cNvSpPr txBox="1"/>
          <p:nvPr/>
        </p:nvSpPr>
        <p:spPr>
          <a:xfrm>
            <a:off x="4884908" y="9424666"/>
            <a:ext cx="1208196" cy="1704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789" b="0">
                <a:solidFill>
                  <a:srgbClr val="2A3E36"/>
                </a:solidFill>
                <a:latin typeface="Microsoft YaHei"/>
              </a:defRPr>
            </a:pPr>
            <a:r>
              <a:rPr>
                <a:ea typeface="Microsoft YaHei"/>
              </a:rPr>
              <a:t>费用包含与其他事项</a:t>
            </a:r>
          </a:p>
        </p:txBody>
      </p:sp>
      <p:sp>
        <p:nvSpPr>
          <p:cNvPr id="176" name="svg-element-175"/>
          <p:cNvSpPr/>
          <p:nvPr/>
        </p:nvSpPr>
        <p:spPr>
          <a:xfrm>
            <a:off x="4757941" y="9582708"/>
            <a:ext cx="1904513" cy="0"/>
          </a:xfrm>
          <a:custGeom>
            <a:avLst/>
            <a:gdLst/>
            <a:ahLst/>
            <a:cxnLst/>
            <a:rect l="l" t="t" r="r" b="b"/>
            <a:pathLst>
              <a:path w="285" h="0">
                <a:moveTo>
                  <a:pt x="0" y="0"/>
                </a:moveTo>
                <a:lnTo>
                  <a:pt x="285" y="0"/>
                </a:lnTo>
              </a:path>
            </a:pathLst>
          </a:custGeom>
          <a:noFill/>
          <a:ln w="6682">
            <a:solidFill>
              <a:srgbClr val="C5C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svg-element-176"/>
          <p:cNvSpPr/>
          <p:nvPr/>
        </p:nvSpPr>
        <p:spPr>
          <a:xfrm>
            <a:off x="387585" y="10103943"/>
            <a:ext cx="6441932" cy="0"/>
          </a:xfrm>
          <a:custGeom>
            <a:avLst/>
            <a:gdLst/>
            <a:ahLst/>
            <a:cxnLst/>
            <a:rect l="l" t="t" r="r" b="b"/>
            <a:pathLst>
              <a:path w="964" h="0">
                <a:moveTo>
                  <a:pt x="0" y="0"/>
                </a:moveTo>
                <a:lnTo>
                  <a:pt x="964" y="0"/>
                </a:lnTo>
              </a:path>
            </a:pathLst>
          </a:custGeom>
          <a:noFill/>
          <a:ln w="6682">
            <a:solidFill>
              <a:srgbClr val="2A3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-58"/>
          <p:cNvSpPr txBox="1"/>
          <p:nvPr/>
        </p:nvSpPr>
        <p:spPr>
          <a:xfrm>
            <a:off x="394267" y="10229573"/>
            <a:ext cx="2157646" cy="2272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2" b="0">
                <a:solidFill>
                  <a:srgbClr val="2A3E36"/>
                </a:solidFill>
                <a:latin typeface="Georgia"/>
              </a:defRPr>
            </a:pPr>
            <a:r>
              <a:rPr spc="105">
                <a:ea typeface="SimSun"/>
              </a:rPr>
              <a:t>A CURATED JOURNEY</a:t>
            </a:r>
          </a:p>
        </p:txBody>
      </p:sp>
      <p:sp>
        <p:nvSpPr>
          <p:cNvPr id="179" name="text-59"/>
          <p:cNvSpPr txBox="1"/>
          <p:nvPr/>
        </p:nvSpPr>
        <p:spPr>
          <a:xfrm>
            <a:off x="5407480" y="10266060"/>
            <a:ext cx="1422036" cy="1590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  <a:defRPr sz="736" b="0">
                <a:solidFill>
                  <a:srgbClr val="7D8B80"/>
                </a:solidFill>
                <a:latin typeface="Microsoft YaHei"/>
              </a:defRPr>
            </a:pPr>
            <a:r>
              <a:rPr>
                <a:ea typeface="Microsoft YaHei"/>
              </a:rPr>
              <a:t>旅行线路空白模板   /  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